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handoutMasterIdLst>
    <p:handoutMasterId r:id="rId21"/>
  </p:handoutMasterIdLst>
  <p:sldIdLst>
    <p:sldId id="257" r:id="rId5"/>
    <p:sldId id="268" r:id="rId6"/>
    <p:sldId id="273" r:id="rId7"/>
    <p:sldId id="275" r:id="rId8"/>
    <p:sldId id="276" r:id="rId9"/>
    <p:sldId id="277" r:id="rId10"/>
    <p:sldId id="281" r:id="rId11"/>
    <p:sldId id="282" r:id="rId12"/>
    <p:sldId id="283" r:id="rId13"/>
    <p:sldId id="284" r:id="rId14"/>
    <p:sldId id="285" r:id="rId15"/>
    <p:sldId id="286" r:id="rId16"/>
    <p:sldId id="278" r:id="rId17"/>
    <p:sldId id="279" r:id="rId18"/>
    <p:sldId id="280" r:id="rId19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112" d="100"/>
          <a:sy n="112" d="100"/>
        </p:scale>
        <p:origin x="498" y="16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6/15/2026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07.23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1 123,'1'7,"1"0,0 0,1 0,-1 0,1-1,1 1,-1-1,1 1,7 8,9 18,-1 5,44 64,-42-71,35 44,-50-68,0 0,0-1,1 0,-1 0,1-1,1 0,-1 0,1 0,0-1,10 3,-13-5,0-1,1 0,-1 0,1 0,-1-1,1 0,0 0,-1 0,1-1,-1 0,1 0,-1 0,0-1,1 0,-1 0,0 0,7-4,17-8,1 2,1 1,42-9,-37 11,186-71,-202 72,62-20,26-12,-75 26,2 2,41-10,-41 13,0-2,36-16,-31 11,74-21,-70 25,61-26,-61 20,-34 16,-1-1,1-1,-1 0,0 0,0-1,0 0,-1 0,0-1,0 0,0-1,-1 1,12-15,-12 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07.83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0,'879'0,"-860"1,-1 1,31 7,31 3,19 1,-18-2,-76-10,-10-1,-3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3T23:14:10.35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0,'10089'24'0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12.77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0,'20'1,"0"2,35 7,-8 0,6 0,-29-5,0-1,42 2,92-9,131 5,-197 9,30 2,-50-13,11 1,87 12,-89-6,129-4,-124-4,103 10,89 15,-129-14,-114-7,469 23,-290-14,-13-1,116 3,221-2,-328-14,-88 1,13-1,157 19,-163-7,178-8,-139-5,6 16,4-1,2576-13,-2720 0,51-10,-51 5,55-1,64-4,3-1,-42 15,151-6,-194-9,-50 8,0 0,32 0,-33 2,0 0,25-6,37-3,-13 0,-18 1,-32 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17.93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21570 767,'-67'-1,"10"0,-1 2,-94 14,-37 10,68-11,74-10,-56 12,12 0,-128 7,196-21,-228 4,-25 2,-154 18,266-19,-294 12,67-6,15-2,-682 41,408-33,282 3,-283 14,452-27,-289 6,-55 9,-4 0,236-13,15 1,-2579-13,2665-11,5 0,-682 12,739-12,2-1,-21 15,48 0,-187-19,47-12,241 28,-419-26,374 24,-108-18,104 10,-85-2,84 9,-82-16,83 10,-84-4,88 10,-86-16,89 10,-102-3,89 9,-96-16,98 9,-98-2,117 10,-98-17,94 10,-68-3,2 1,-23-1,101 11,0-3,-52-11,51 7,-91-6,-130-9,112 7,115 11,-18-5,34 6,0 1,-30-1,-86-6,-15-1,118 10,-48-8,-25-1,-9-1,81 6,-56-1,-477 8,542-2,-51-10,50 6,-48-2,-1253 8,8002-1,-6393 12,-8 0,1603-13,-1908 1,-16-1,0 3,-81 12,83-7,-81 1,-1 1,-153 1,19-2,-221 6,44-5,-85 25,372-25,-421 12,280-10,10 1,-9 0,-1 0,-1465-13,1584-11,1-1,157 13,-65 0,0-3,-107-18,133 11,1 3,-113 1,201 4,55-10,-38 5,-1 2,2 3,80 5,-23-1,928-2,-1034 0,-1 0,1-1,0 1,0 0,0 0,0 0,-1 0,1 0,0 0,0 0,0 0,0 0,0 0,-1 0,1 1,0-1,0 0,0 1,-1-1,1 1,0-1,0 0,-1 1,1 0,0-1,0 2,-19 10,-39 9,-92 3,119-20,0 0,0-2,-44-3,43 0,1 1,-1 2,-38 6,-80 11,51-9,-8-1,-179-7,133-4,-9 14,-3 1,75-12,-103 15,171-14,-27 4,46-6,0 1,0-1,0 1,0 0,0 0,0-1,0 1,0 1,0-1,0 0,1 0,-1 1,1-1,-1 1,1-1,-1 1,-1 2,3-3,0 0,0 0,0 0,0-1,0 1,0 0,0 0,0 0,0 0,0 0,1 0,-1-1,0 1,1 0,-1 0,0 0,1-1,-1 1,1 0,-1 0,1-1,0 1,-1 0,1-1,0 1,-1-1,1 1,0-1,0 1,-1-1,1 0,0 1,1-1,30 13,-10-8,1-2,0 0,0-1,0-2,29-2,-26 1,-1 0,1 2,49 8,-14 0,0-2,0-3,106-7,-44 0,219 27,11 1,-285-25,97 13,-46-4,157-8,-197-2,-210 3,-147-4,70-22,121 14,-101-4,-79 1,190 4,-259-17,270 23,1-3,-90-20,88 12,1 4,-85-2,104 10,-62-11,63 6,98 10,62-4,-24-1,1001 2,-1085 0,-3 0,-1 1,1-1,0 0,0 0,0-1,0 1,0-1,0 1,-1-1,1 0,0 0,-1 0,1 0,3-3,-6 4,0-1,0 1,-1-1,1 0,0 1,0-1,-1 1,1-1,0 1,-1-1,1 1,-1-1,1 1,-1 0,1-1,-1 1,1 0,-1-1,1 1,-1 0,1-1,-1 1,0 0,1 0,-1 0,1 0,-1 0,0 0,1 0,-1 0,0 0,1 0,-1 0,1 0,-2 0,-26-4,-122 2,92 3,-1-3,-60-9,-113-14,135 16,-165 4,152 7,-110-13,-93-18,-31 25,43 3,193-10,-42-2,-104 0,120 2,-185 9,146 5,64-3,189-30,-41 22,0 1,1 3,-1 1,1 2,52 5,6-2,70-4,179 5,-152 19,-113-10,97 1,64 2,-134-5,-10 0,69 2,689-12,-840 1,0 0,33 9,31 2,-33-8,90 19,-17-2,-60-11,-28-4,51 1,-31-3,87 16,-87-10,90 4,-101-13,263 12,712 44,-401-43,263 32,-352-20,120-2,-517-18,717 21,-398-15,-11 0,320 1,489-1,-755-15,2396 3,-2587-12,3 0,-285 12,454-14,156 2,-386 15,-101-15,-3-1,838 14,-949 1,51 8,-50-5,48 3,635-9,-684-1,52-8,-52 5,50-3,-56 9,42-3,-61 2,-1-1,1 1,-1-1,1 1,-1-1,0 0,1 0,-1 0,0 0,0-1,0 1,1-1,-1 1,-1-1,1 1,0-1,0 0,-1 0,1 0,2-4,-4 5,0-1,0 1,0-1,1 1,-1-1,-1 1,1 0,0-1,0 1,0-1,-1 1,1-1,-1 1,1 0,-1-1,1 1,-1 0,0 0,0-1,0 1,0 0,1 0,-1 0,-1 0,1 0,0 0,0 0,0 1,0-1,-1 0,1 1,0-1,-1 1,1-1,-3 0,-54-18,55 18,-170-47,-39-10,-194-12,271 50,-515-65,229 42,118 15,-737-59,530 50,-506-13,-184-1,495 12,-1103-62,1575 84,-237-12,-56-8,59 3,132-1,198 17,-148 0,229 16,-58-11,40 4,65 8,-1 0,1-1,0 0,-17-6,26 8,0 0,0 0,0 0,0 0,0 0,0 0,-1 0,1 0,0 0,0 0,0 0,0 0,0-1,0 1,0 0,0 0,0 0,0 0,0 0,-1 0,1 0,0-1,0 1,0 0,0 0,0 0,0 0,0 0,0 0,0-1,0 1,0 0,0 0,0 0,0 0,0 0,1 0,-1-1,0 1,0 0,0 0,0 0,0 0,0 0,0 0,0 0,0 0,0-1,0 1,1 0,-1 0,0 0,0 0,0 0,0 0,0 0,1 0,11-8,17-3,8 5,1 2,-1 1,1 2,50 4,0 0,72-5,149 5,-186 8,52 2,242 12,-92-2,39 13,-20-1,220 21,29 2,350 17,-430-45,-62-6,555 42,-773-56,172 2,1057-13,-1438 3,1 1,-1 1,29 8,-47-11,-122 2,-266-1,-246-5,411-8,-97-3,-2068 15,1590 36,33-1,65 13,215-7,-104 4,256-27,-275 14,289-33,360-1,52 1,129 15,35 10,-147-16,180-7,-134-5,935 3,-890 13,-5-1,-29-14,136 4,-201 9,46 2,140-14,-353 1,-64 1,-228-28,-123-20,233 24,-59-1,5 10,129 4,8 1,-220-5,-397 15,714 5,60-6,-1 0,1 1,-1-1,1 0,-1 0,1 1,-1-1,1 1,-1 0,1-1,0 1,-1 0,1 0,0 0,0 0,-1 0,1 0,0 0,0 0,0 1,0-1,1 0,-1 0,0 1,0-1,1 1,-1-1,1 1,-1-1,1 1,0-1,0 1,-1-1,1 1,1 2,-1-3,1 1,0-1,0 1,0-1,0 1,0-1,0 0,1 1,-1-1,0 0,1 0,-1 0,1 0,-1 0,1 0,0 0,-1-1,1 1,0-1,1 1,45 11,-35-10,29 6,83 2,-3 0,-104-7,480 51,172-3,-327-21,347 7,-567-32,668 36,1861 8,-1938-35,-349-4,375 9,746 10,1345-30,-2289-46,-382 26,33 2,-182 18,25-4,-35 5,0 0,0 0,-1 0,1 0,0-1,0 1,0 0,0 0,0-1,0 1,0-1,0 1,-1 0,1-1,0 0,0 1,-1-1,1 1,0-1,-1 0,1 0,0 1,-1-1,1-1,-1 1,-1 0,1 0,-1 1,1-1,-1 0,0 1,1-1,-1 1,0-1,0 1,1-1,-1 1,0-1,0 1,0-1,1 1,-1 0,0 0,0-1,0 1,0 0,0 0,-1 0,-29-3,21 2,-34-6,-1 0,-79-3,-178 13,-441-5,544-10,-93-1,-754 14,761 14,153-6,-233 35,265-30,-138 25,65-6,119-21,52-12,1 0,-1 0,1 1,-1-1,1 0,-1 1,1-1,0 1,-1-1,1 1,0 0,-1 0,1-1,0 1,-2 2,16 5,42-1,998-5,-505-5,-284-9,3 0,-172 8,166-29,-135 16,238 0,-336 15,0 0,37-10,-22 5,-42 7,0 0,1 0,-1 0,0-1,0 1,1 0,-1-1,0 1,1 0,-1-1,0 1,0-1,0 0,0 1,0-1,0 0,0 0,0 0,0 0,0 0,0 0,1-1,-2 1,0 0,0 0,-1 0,1 0,0 0,0 0,-1 0,1 0,0 0,-1 1,1-1,-1 0,1 0,-1 0,0 1,1-1,-1 0,0 0,1 1,-1-1,0 1,-1-1,-4-4,-1 1,0-1,0 2,0-1,-1 1,-8-3,-464-79,309 56,-73-8,-14 5,-136-8,-150 4,-75 1,-810 36,1533-2,319 16,-182-1,-44-4,-32 5,525 28,-332-32,-4 1,1225-13,-1605 0,-48-9,-17-2,36 8,-71-16,72 10,-79-4,-131-10,-42-1,-360 27,648-2,0 1,0 2,1-1,-1 2,0 0,1 2,0-1,0 2,1 1,-1 0,-15 10,30-16,1-1,-1 0,0 1,0-1,1 1,-1 0,1-1,-1 1,1 0,0 0,-1 0,1 0,0 0,1 0,-1 0,0 1,0 3,1-4,0 0,0-1,0 1,1 0,-1-1,1 1,-1 0,1-1,0 1,-1-1,1 1,0-1,0 1,0-1,0 0,1 0,-1 1,2 1,3 1,0 0,1 0,-1 0,1-1,0 0,0 0,0-1,0 1,10 0,58 11,-15-2,0-2,89 2,-90-12,83 13,-33-3,195-8,-144-5,37 6,217-6,-235-23,-43 4,-105 17,52-15,17-3,-46 12,63-20,-42 10,-19 4,-2-2,67-33,-117 49,0 1,0-1,-1 0,1-1,-1 1,1-1,-1 1,0-1,-1 0,1 0,-1 0,1-1,-1 1,-1 0,1-1,-1 0,1 1,0-8,3-5,0 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19.29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320 0,'-10'1,"0"0,1 1,-1 0,-12 4,-34 6,-14-13,54-1,0 1,0 1,0 1,0 0,-21 6,36-7,0 0,1 0,-1 0,0 0,1 0,-1 0,0 1,1-1,-1 0,1 0,-1 1,0-1,1 0,-1 1,1-1,-1 1,1-1,-1 1,1-1,-1 1,1-1,0 1,-1-1,1 1,0 0,-1-1,1 1,0 1,12 12,36 10,-41-21,16 7,0-1,1-2,0 0,1-1,27 2,125 3,-71-7,147 21,-162-16,73 4,500-14,-753-20,-223-7,213 19,-104-4,131 12,-125-16,112 10,85 7,0 0,0 0,0 0,0 0,0 0,0 1,0-1,0 0,0 0,0 0,0 0,0 0,1 0,-1 0,0 0,0 0,0 0,0 0,-1 0,1 1,0-1,0 0,0 0,0 0,0 0,0 0,0 0,0 0,0 0,0 0,0 0,0 0,0 0,0 0,0 0,0 0,0 1,0-1,0 0,0 0,0 0,0 0,-1 0,1 0,0 0,0 0,0 0,0 0,0 0,0 0,0 0,0 0,0 0,0 0,10 6,18 5,66 3,135 3,98-17,-133-2,-74 4,130-5,-228-2,-22 5,1 0,-1 0,0-1,0 1,0 0,0 0,0 0,0 0,1 0,-1 0,0-1,0 1,0 0,0 0,0 0,0 0,0 0,0-1,0 1,0 0,0 0,0 0,0 0,0-1,0 1,0 0,0 0,0 0,0 0,0-1,0 1,0 0,0 0,0 0,0 0,0 0,-1-1,1 1,0 0,0 0,0 0,0 0,0 0,0 0,0-1,-1 1,1 0,0 0,0 0,0 0,0 0,0 0,-1 0,-2-2,-1 1,0-1,0 1,1 0,-1 0,0 0,0 0,-5 1,-27-4,-66-16,70 12,0 2,-62-5,35 10,-85-12,102 7,1 2,-1 2,-78 5,119-3,-1 0,1 0,-1 0,1 0,-1 0,0 1,1-1,-1 0,1 1,-1-1,1 1,0 0,-1-1,1 1,-3 2,5-3,-1 1,0-1,0 1,1-1,-1 1,0-1,1 1,-1-1,1 1,-1-1,1 1,-1-1,1 1,-1-1,1 0,-1 1,1-1,-1 0,1 1,-1-1,1 0,0 0,-1 0,2 1,52 15,-30-11,14 5,1-2,0-1,65 2,-62-7,44 7,32 2,92 1,35 1,-181-13,543 13,-19 21,65 5,174 33,-316-38,171 15,47 4,-397-32,729 20,-699-30,189 1,-180-10,408-5,-242-33,-52 2,268-22,-483 38,-40 5,52-15,-242 25,75 2,13 0,-90-8,-23 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4:20.12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1060 1,'-34'0,"0"1,0 2,0 1,1 1,-51 16,63-15,-1-1,-27 2,-19 4,33-5,0-2,0-2,0-1,-43-4,29 0,-55 5,85 1,0 1,1 1,-27 9,-22 7,51-18,-1 2,-30 12,45-16,0 0,0 0,0 0,0 0,0 0,0 1,0-1,1 1,-1-1,0 1,1 0,-1 0,1 0,-1 2,1-3,1 0,0 0,0 1,0-1,0 0,0 0,0 0,1 0,-1 1,0-1,1 0,-1 0,1 0,-1 0,1 0,-1 0,1 0,0 0,-1 0,1 0,0 0,0 0,0 0,0-1,0 1,0 0,0-1,0 1,2 0,12 8,1-2,0 1,0-2,1 0,0-2,0 1,23 1,11 5,-220-48,152 32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8:52.5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8:55.7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8:55.9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9:03.79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19:03.9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21:26.4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3600 218,'-100'1,"-110"-3,172-3,-53-14,9 1,-90-21,-6-1,128 31,-35-6,-166-7,79 11,-1-1,-316 13,471 0,0 1,-31 7,-31 3,-1-4,76-8,-1 1,1 0,-1 1,1-1,-1 1,1 0,0 0,0 1,0 0,0 0,-8 6,13-9,-1 1,1 0,-1-1,1 1,0-1,-1 1,1 0,0 0,-1-1,1 1,0 0,0-1,-1 1,1 0,0 0,0-1,0 1,0 0,0 0,0-1,0 1,0 0,1 0,-1-1,0 1,0 0,1 0,-1-1,0 1,1 1,23 18,33 4,30 7,-44-14,0-3,46 10,-9-1,-60-15,0-2,30 6,95 18,-86-17,77 9,-80-14,81 22,-89-18,0-2,79 6,-65-10,63 12,-72-8,-1-3,60 1,-83-7,52 9,-50-5,44 2,-22-6,90 15,-73-10,112-6,-154-1,-53-1,0-1,-45-11,35 6,-40-11,46 10,-53-8,-35-6,-9-1,-117 0,153 13,52 5,-56-1,-238 8,366 1,50 8,28 3,-104-13,36 1,82 12,-44 1,1-4,96 0,-168-10,32 0,0 1,61 11,-46-5,0-2,0-2,63-6,-8 0,381 3,-471-2,1-2,0 0,-1-2,0 0,0-2,-1 0,40-22,49-17,-108 46,-1 1,0-1,0 0,0 0,0 0,1 0,-2 0,1-1,0 1,0 0,0-1,-1 0,1 1,0-1,-1 0,2-2,-3 3,1 0,-1-1,1 1,-1 0,0-1,0 1,1 0,-1-1,0 1,0-1,-1 1,1 0,0-1,0 1,-1-1,1 1,0 0,-1 0,-1-3,0 0,0 1,-1 0,1 0,-1 0,0 0,1 0,-2 1,1-1,0 1,0 0,-1 0,1 0,-1 0,0 1,1 0,-1-1,-4 0,-79-20,63 15,0 0,-1 2,1 0,-30 0,-60-7,77 7,-50-1,27 4,38 0,-1 2,1 0,-1 1,-41 8,58-7,-1 1,1 0,0 0,0 0,0 1,0 0,1 0,-1 1,1 0,0 0,-5 6,9-9,-1-1,1 1,0 0,-1-1,1 1,0 0,0-1,0 1,1 0,-1 0,0 0,1 0,-1 0,1 0,0 0,-1 0,1 0,0 0,0 0,0 0,1 0,-1 0,0 0,1 0,0 0,-1 0,1 0,0 0,0 0,0 0,0-1,0 1,0 0,1-1,-1 1,0-1,1 1,-1-1,1 0,0 1,2 0,9 5,1 0,0-1,1-1,-1 0,1-1,30 4,33 10,-78-18,1 0,-1 0,1 0,-1 0,1 0,0 0,-1 0,1 0,-1 0,1 0,-1 1,1-1,-1 0,1 0,-1 1,0-1,1 0,-1 1,1-1,-1 1,0-1,1 0,-1 1,0-1,1 1,-1-1,0 1,0-1,1 1,-1-1,0 1,0-1,0 1,0-1,0 1,0-1,0 1,0-1,0 2,-17 15,-8 8,25-24,-1 0,1 0,-1 0,1 0,0 0,0 0,0 0,0 1,0-1,0 0,0 0,0 0,0 0,0 0,0 0,1 0,-1 0,0 0,1 0,-1 0,1 0,-1 0,1 0,0 0,-1 0,1 0,0-1,0 1,-1 0,1 0,0-1,1 1,6 6,0-2,1 1,0-1,0 0,0-1,0 0,1-1,-1 0,1 0,0-1,17 2,12-2,67-2,-49-2,-53 2,0 0,0-1,0 1,0-1,0 0,0 0,0 0,0 0,0-1,-1 0,8-4,-11 6,1-1,0 1,-1-1,1 0,-1 1,1-1,-1 0,1 1,-1-1,1 0,-1 0,1 1,-1-1,0 0,0 0,1 0,-1 1,0-1,0 0,0 0,0 0,0 0,0-1,-1 1,1-1,-1 0,0 0,0 1,0-1,0 0,0 1,0-1,-1 1,1-1,0 1,-1 0,1-1,-4-1,-11-8,-1 0,-1 1,0 0,0 2,-1 0,0 1,-22-5,-14 0,-72-6,56 8,30 4,-66-2,80 8,1 1,0 1,-47 10,15 1,-86 9,20 1,93-16,0-1,0-1,-39 1,-605-7,627-1,-57-10,30 2,-273-34,262 31,-125-3,51 5,-5-1,-195 13,934-1,-547-1,53-10,-52 6,51-3,-65 8,35-2,-47 2,0 0,0-1,0 1,0-1,0 1,0-1,0 0,0 0,-1 1,1-1,0-1,0 1,-1 0,1 0,-1-1,1 1,-1-1,1 1,0-3,-2 4,1-1,-1 1,0-1,0 1,0-1,0 0,0 1,0-1,0 1,0-1,0 1,0-1,0 1,0-1,-1 1,1-1,0 1,0-1,0 1,-1-1,1 1,0-1,-1 1,1-1,0 1,-1 0,1-1,-1 1,1-1,-1 1,1 0,0 0,-1-1,1 1,-1 0,1 0,-1 0,1-1,-1 1,0 0,0 0,-29-6,25 5,-83-18,54 10,0 2,0 2,-50-3,44 7,-47-9,47 4,-50 0,36 3,-103-18,102 11,-98-4,10 2,-7 1,78 10,-69 3,140-2,-1 0,1 0,0 0,0 0,-1 0,1 0,0 1,0-1,-1 0,1 1,0-1,0 1,0-1,0 1,0-1,-1 1,1 0,0-1,0 1,1 0,-2 1,2-1,0 0,0-1,0 1,1 0,-1 0,0 0,1-1,-1 1,1 0,-1-1,1 1,-1 0,1-1,-1 1,1 0,0-1,-1 1,1-1,0 1,-1-1,1 0,1 1,53 26,-21-17,1-1,0-2,40 3,-55-7,149 20,-96-16,-48-6,0 2,0 1,40 11,-39-8,2-1,48 5,15 2,-59-8,1-2,0-1,39-3,-49 0,-54 1,0-2,0-2,1-1,-53-15,40 10,-2 1,-63-5,81 12,-112-24,99 17,1 2,-81-5,82 10,-46-7,46 3,-48 0,66 6,15-1,0 0,0 1,-1 0,1 0,0 0,0 0,0 1,0 0,0 0,0 0,0 1,0 0,1 0,-10 5,14-7,0 0,-1 1,1-1,-1 1,1-1,0 0,0 1,-1-1,1 1,0-1,0 1,-1-1,1 1,0-1,0 1,0-1,0 1,0-1,0 1,0-1,0 1,0 0,0-1,0 1,0-1,0 1,0-1,1 1,-1-1,0 1,0-1,1 0,-1 1,0-1,0 1,1 0,23 14,28 1,150 13,-128-21,74 18,-98-17,85 6,-24-4,-61-6,53-3,-61-2,0 2,54 8,-71-5,0-2,1 0,-1-2,38-3,-62 2,0 0,0 0,0 0,-1 0,1 0,0 0,0 0,-1 0,1 0,0 0,0-1,-1 1,1 0,0 0,-1-1,1 1,0 0,-1-1,1 1,0-1,-1 1,1-1,-1 1,1-1,-1 0,1 0,-14-11,-33-7,-4 4,-22-8,-100-19,89 19,66 17,0 1,0 0,-1 2,-19-3,-10 1,-57-14,66 11,0 1,-67-2,29 8,-108 4,180-3,0 0,1 1,-1 0,1 0,-1 0,1 0,-1 0,1 1,0-1,0 1,-1 0,1 0,1 0,-1 1,0-1,-4 5,7-6,-1 1,0-1,0 1,1-1,-1 1,1-1,-1 1,1 0,0-1,0 1,-1-1,1 1,0 0,1-1,-1 1,0 0,0-1,1 1,-1-1,1 1,-1 0,1-1,0 1,-1-1,1 0,0 1,0-1,0 0,0 1,0-1,1 0,-1 0,0 0,0 0,1 0,-1 0,3 1,25 19,0-1,49 25,53 15,3-7,1-5,154 33,-107-37,18 3,-15-9,22 5,-157-31,92 8,-158-23,0-2,0 0,-21-11,-55-17,20 17,-77-30,-16-2,-13 1,78 24,-199-55,56 23,66 17,140 24,32 11,-1 0,1 1,0 0,-1 0,1 0,-1 1,0 0,1 0,-1 0,0 1,-7 0,13 0,0 1,0-1,0 0,0 1,0-1,1 1,-1-1,0 0,0 1,0-1,0 1,1-1,-1 0,0 1,0-1,1 0,-1 1,0-1,1 0,-1 1,0-1,1 0,-1 0,1 0,-1 1,0-1,1 0,-1 0,1 0,-1 0,1 0,-1 0,0 0,1 0,-1 0,1 0,0 0,22 10,255 66,-240-67,-8-2,220 44,-221-46,42 13,-47-11,-1-1,49 5,100 12,-117-13,107 4,-16-2,8 0,-110-10,-31-1,0 0,0-1,0 0,0-1,1 0,23-7,-36 8,0 0,1 0,-1-1,0 1,0 0,0-1,-1 1,1-1,0 1,0-1,0 0,0 1,0-1,-1 0,1 1,0-1,0 0,-1 0,1 0,-1 0,1 0,-1 0,1 0,-1 0,1 0,-1 0,0 0,0 0,0 0,1 0,-1 0,0 0,0 0,0 0,-1 0,1 0,0 0,0 0,0 0,-1 0,1 0,-1 0,1 0,-1 0,1 0,-1 0,1 0,-1 0,0 1,1-1,-1 0,0 0,-1 0,-3-4,-1 0,1 0,-1 1,0 0,0 0,-10-5,-167-54,139 46,-52-12,-14-4,-511-154,598 181,-230-53,199 48,44 8,-1 1,1 0,0 1,-1 0,0 0,1 1,-1 1,-17 3,28-4,-1 0,1 0,-1 0,1 0,0 0,-1 0,1 0,-1 0,1 0,-1 0,1 1,0-1,-1 0,1 0,0 1,-1-1,1 0,-1 0,1 1,0-1,0 0,-1 1,1-1,0 1,0-1,-1 0,1 1,0-1,0 1,0-1,0 1,0-1,-1 0,1 1,0-1,0 1,0 0,15 12,33 8,-44-19,63 20,136 28,-87-24,31 1,15 5,-78-14,102 8,-43-8,126 10,-46-7,17 2,259-8,-445-15,65-1,136 16,-147-6,146-7,-128-3,-126 1,0 0,0 0,0 0,0 0,0 0,0 0,0 0,0-1,0 1,0 0,0 0,0 0,-1 0,1 0,0 0,0 0,0 0,0 0,0 0,0 0,0 0,0-1,0 1,0 0,0 0,0 0,0 0,0 0,0 0,0 0,1 0,-1 0,0 0,0 0,0 0,0-1,0 1,0 0,0 0,0 0,0 0,0 0,0 0,0 0,0 0,0 0,0 0,0 0,0 0,1 0,-1 0,0 0,0 0,0 0,0 0,0 0,-11-7,-16-6,-109-36,-230-49,167 48,137 37,20 4,0 1,-78-4,69 11,-1-3,-52-9,90 10,0 0,-1 2,1-1,-1 2,1 0,-1 0,1 2,-24 4,36-6,1 1,0-1,-1 1,1-1,-1 1,1-1,0 1,0 0,-1 0,1 0,0-1,0 1,0 0,0 1,0-1,0 0,0 0,1 0,-1 0,0 1,0-1,1 0,-1 1,1-1,0 1,-1-1,1 0,0 1,0-1,0 1,-1-1,2 1,-1-1,0 1,0-1,0 0,1 1,-1-1,1 1,-1-1,1 0,-1 1,1-1,0 0,0 0,0 1,1 0,2 4,1 0,0-1,0 0,1 0,-1 0,1-1,0 0,7 4,26 12,2-1,0-3,80 21,-74-25,75 15,-11-4,7 1,82 0,-67-1,-98-15,1-2,67 4,-70-8,48 8,-50-5,51 1,-138-9,-75-13,68 11,49 4,43 1,80 3,170-6,-260 0,1-1,-1-1,0-1,25-12,-3 3,-24 9,1 1,-1-2,-1 0,21-10,-35 15,0 1,1 0,-1 0,0-1,0 1,1-1,-1 0,0 1,-1-1,1 0,0 0,-1 0,1-1,-1 1,1 0,-1-1,0 1,0 0,0-1,0 1,-1-1,1 0,-1 1,1-1,-1 1,0-1,0 0,0 1,-1-5,-1 3,0 1,0-1,0 1,-1 0,1-1,-1 1,0 0,0 1,0-1,0 0,0 1,0 0,-1 0,1 0,-7-3,-58-20,5 7,14 5,-89-35,116 39,-1 1,-42-9,41 12,0-1,-36-15,21 7,0 2,-1 1,-81-11,-1 0,69 8,-40-9,85 21,0 1,0 0,0 1,0 0,0 0,0 1,0 0,-14 3,22-4,-1 0,1 0,-1 0,0 0,1 1,-1-1,0 0,1 0,-1 1,1-1,-1 0,1 0,-1 1,1-1,-1 1,1-1,-1 1,1-1,-1 1,1-1,0 1,-1-1,1 1,0-1,-1 1,1-1,0 1,0 0,0-1,-1 1,1 0,0-1,0 2,15 16,32 9,-3-7,18 7,73 21,245 56,41-24,-391-75,337 48,-278-45,-40-5,-1 2,62 16,-80-15,-1-1,1-2,34 0,-27-1,53 8,-10-2,-61-6,-23-2,-30-1,1-2,-1-2,0-1,1-1,0-2,-33-13,26 8,-1 3,-55-8,-14-4,-39-4,-7-2,113 21,0 1,-1 3,0 2,-78 5,16 0,101-3,1 1,0-1,0 1,0-1,0 1,0 0,0 1,0-1,0 1,1 0,-1 0,-6 4,9-5,0 0,1-1,-1 1,0 0,1 0,-1-1,0 1,1 0,-1 0,1 0,-1 0,1 0,0 0,-1 0,1 0,0 0,0 0,0 0,0 0,0 0,0 2,0-2,1 1,0 0,0 0,0 0,0-1,0 1,0 0,0-1,0 1,1-1,-1 1,1-1,-1 0,1 1,2 0,12 8,-1 0,2-2,-1 0,1-1,23 7,93 18,-126-30,170 45,-142-38,42 4,-49-9,0 1,-1 1,35 13,-22-6,2-1,-1-2,54 5,-10-2,-51-9,0-1,61-3,26 2,-92 2,54 15,-58-12,1-1,49 5,85 4,-130-11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3T23:27:46.47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971 78,'-71'-22,"3"15,-174-12,213 20,-3 0,0-1,-1-2,1-1,-34-8,27 5,-1 1,0 2,0 1,-52 6,-2-1,73-3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6/15/2026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6/15/2026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6/15/2026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3" Type="http://schemas.openxmlformats.org/officeDocument/2006/relationships/image" Target="../media/image6.png"/><Relationship Id="rId21" Type="http://schemas.openxmlformats.org/officeDocument/2006/relationships/customXml" Target="../ink/ink12.xml"/><Relationship Id="rId7" Type="http://schemas.openxmlformats.org/officeDocument/2006/relationships/image" Target="../media/image8.png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25" Type="http://schemas.openxmlformats.org/officeDocument/2006/relationships/image" Target="../media/image15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0.png"/><Relationship Id="rId24" Type="http://schemas.openxmlformats.org/officeDocument/2006/relationships/customXml" Target="../ink/ink14.xml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23" Type="http://schemas.openxmlformats.org/officeDocument/2006/relationships/image" Target="../media/image14.png"/><Relationship Id="rId10" Type="http://schemas.openxmlformats.org/officeDocument/2006/relationships/customXml" Target="../ink/ink5.xml"/><Relationship Id="rId19" Type="http://schemas.openxmlformats.org/officeDocument/2006/relationships/customXml" Target="../ink/ink10.xml"/><Relationship Id="rId4" Type="http://schemas.openxmlformats.org/officeDocument/2006/relationships/customXml" Target="../ink/ink2.xml"/><Relationship Id="rId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Hardware Design and Verification of Dilithium – Post Quantum Digital Signature Algorithm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59939" y="3356992"/>
            <a:ext cx="8735325" cy="2384214"/>
          </a:xfrm>
        </p:spPr>
        <p:txBody>
          <a:bodyPr>
            <a:normAutofit fontScale="55000" lnSpcReduction="20000"/>
          </a:bodyPr>
          <a:lstStyle/>
          <a:p>
            <a:r>
              <a:rPr lang="en-US" cap="none" dirty="0"/>
              <a:t>M.Engg. Thesis defence by</a:t>
            </a:r>
            <a:br>
              <a:rPr lang="en-US" cap="none" dirty="0"/>
            </a:br>
            <a:br>
              <a:rPr lang="en-US" dirty="0"/>
            </a:br>
            <a:r>
              <a:rPr lang="en-US" sz="3200" dirty="0">
                <a:solidFill>
                  <a:schemeClr val="tx1"/>
                </a:solidFill>
              </a:rPr>
              <a:t>MUHAMMAD ABDUL AHAD (EL-25B5008)</a:t>
            </a:r>
            <a:br>
              <a:rPr lang="en-US" dirty="0"/>
            </a:br>
            <a:br>
              <a:rPr lang="en-US" dirty="0"/>
            </a:br>
            <a:r>
              <a:rPr lang="en-US" cap="none" dirty="0"/>
              <a:t>Supervised by</a:t>
            </a:r>
            <a:br>
              <a:rPr lang="en-US" cap="none" dirty="0"/>
            </a:br>
            <a:endParaRPr lang="en-US" sz="3200" cap="none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Assistant Prof Dr. Fahim ul </a:t>
            </a:r>
            <a:r>
              <a:rPr lang="en-US" sz="3200" dirty="0" err="1">
                <a:solidFill>
                  <a:schemeClr val="tx1"/>
                </a:solidFill>
              </a:rPr>
              <a:t>haq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br>
              <a:rPr lang="en-US" sz="3200" cap="none" dirty="0"/>
            </a:br>
            <a:r>
              <a:rPr lang="en-US" sz="3200" cap="none" dirty="0"/>
              <a:t>Co-supervised by</a:t>
            </a:r>
            <a:br>
              <a:rPr lang="en-US" sz="3200" cap="none" dirty="0"/>
            </a:br>
            <a:endParaRPr lang="en-US" sz="3200" cap="none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DR . SONIYA Shafi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Background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With the increase of data, the need for data security is also increasing.</a:t>
            </a:r>
          </a:p>
          <a:p>
            <a:r>
              <a:rPr lang="en-US" sz="2400" dirty="0"/>
              <a:t>In order to protect our data, cryptographic algorithms are used.</a:t>
            </a:r>
          </a:p>
          <a:p>
            <a:r>
              <a:rPr lang="en-US" sz="2400" dirty="0"/>
              <a:t>Although these algorithms are too hard to solve for classical computers, quantum computers are able to solve them.</a:t>
            </a:r>
          </a:p>
          <a:p>
            <a:r>
              <a:rPr lang="en-US" sz="2400" dirty="0"/>
              <a:t>Since quantum computers are not yet standardized, this creates a threat called </a:t>
            </a:r>
            <a:r>
              <a:rPr lang="en-US" sz="2400" b="1" dirty="0"/>
              <a:t>“Harvest Now, Decrypt Later.”</a:t>
            </a:r>
            <a:endParaRPr lang="en-US" sz="2400" dirty="0"/>
          </a:p>
          <a:p>
            <a:r>
              <a:rPr lang="en-US" sz="2400" dirty="0"/>
              <a:t>In order to combat this issue, </a:t>
            </a:r>
            <a:r>
              <a:rPr lang="en-US" sz="2400" b="1" dirty="0"/>
              <a:t>post-quantum algorithms</a:t>
            </a:r>
            <a:r>
              <a:rPr lang="en-US" sz="2400" dirty="0"/>
              <a:t> exist.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9D3649-EFFC-02AC-C772-DCD945E256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796CB-62F9-39F8-6D39-7A634888A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200" y="332656"/>
            <a:ext cx="4062942" cy="810592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What is Dilithium?</a:t>
            </a:r>
            <a:endParaRPr lang="en-PK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563E1-1CD1-B6F9-11FC-09ED93F07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8889" y="1412776"/>
            <a:ext cx="4242124" cy="4582922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Dilithium is a post-quantum digital signature algorithm.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 digital signature ensures three things: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Authentication – Verifies who sent the message.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Integrity – Ensures the message was not changed.</a:t>
            </a:r>
          </a:p>
          <a:p>
            <a:pPr marL="895243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Non-repudiation – Sender cannot deny sending the message.</a:t>
            </a:r>
          </a:p>
          <a:p>
            <a:endParaRPr lang="en-PK" sz="2400" dirty="0"/>
          </a:p>
        </p:txBody>
      </p:sp>
      <p:pic>
        <p:nvPicPr>
          <p:cNvPr id="3076" name="Picture 4" descr="What is Digital Signature Algorithm ? | by Blockchain Behind The Scenes |  Medium">
            <a:extLst>
              <a:ext uri="{FF2B5EF4-FFF2-40B4-BE49-F238E27FC236}">
                <a16:creationId xmlns:a16="http://schemas.microsoft.com/office/drawing/2014/main" id="{F544D5F5-B23D-63EE-0165-0284747CA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396" y="1417225"/>
            <a:ext cx="5732717" cy="374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1681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C239-9215-EAD3-052C-784A231A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91D3130-42F6-BBCA-A0D7-14166A27F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Literature Review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AF161D2-02F3-70ED-6A34-50CC1D230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Quantum Threats: Classical schemes (RSA, ECC) vulnerable to quantum attacks (Shor’s algorithm) → motivates PQC [1].</a:t>
            </a:r>
          </a:p>
          <a:p>
            <a:r>
              <a:rPr lang="en-US" sz="2100" dirty="0"/>
              <a:t>Lattice Cryptography: Bernstein et al.: lattice-based schemes secure &amp; efficient; rely on hard problems like LWE [3].</a:t>
            </a:r>
          </a:p>
          <a:p>
            <a:r>
              <a:rPr lang="en-US" sz="2100" dirty="0"/>
              <a:t>Dilithium Design: Ducas et al.: strong unforgeability, practical key/signature sizes, uses polynomial arithmetic &amp; NTT [2].</a:t>
            </a:r>
          </a:p>
          <a:p>
            <a:r>
              <a:rPr lang="en-US" sz="2100" dirty="0"/>
              <a:t>Software Challenges: Microcontroller/embedded implementations → high latency, memory use, energy consumption.</a:t>
            </a:r>
          </a:p>
          <a:p>
            <a:r>
              <a:rPr lang="en-US" sz="2100" dirty="0"/>
              <a:t>hardware outperforms general-purpose processors. Research Gap: Need modular, resource-efficient, verifiable hardware → addressed in this work.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501A72-9778-5EB0-6501-A7A6800C19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635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51D46-01B1-B062-3BC6-27D785DAF2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5176" y="584201"/>
            <a:ext cx="8735325" cy="756568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PROBLEM STATEMENT</a:t>
            </a:r>
            <a:endParaRPr lang="en-PK" sz="3600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B36F7C-E9E0-4C0F-2E56-E243F2D1A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3934" y="1484784"/>
            <a:ext cx="8735325" cy="1731888"/>
          </a:xfrm>
        </p:spPr>
        <p:txBody>
          <a:bodyPr>
            <a:normAutofit/>
          </a:bodyPr>
          <a:lstStyle/>
          <a:p>
            <a:pPr algn="just"/>
            <a:r>
              <a:rPr lang="en-US" sz="2400" cap="none" dirty="0">
                <a:solidFill>
                  <a:schemeClr val="tx1"/>
                </a:solidFill>
              </a:rPr>
              <a:t>Software based implementations of CRYSTALS Dilithium suffer from high computational complexity, increased latency, and elevated power consumption</a:t>
            </a:r>
            <a:endParaRPr lang="en-PK" sz="2400" cap="none" dirty="0">
              <a:solidFill>
                <a:schemeClr val="tx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C48F6D-D638-85F7-22E5-0DD3D9C99C84}"/>
              </a:ext>
            </a:extLst>
          </p:cNvPr>
          <p:cNvSpPr txBox="1">
            <a:spLocks/>
          </p:cNvSpPr>
          <p:nvPr/>
        </p:nvSpPr>
        <p:spPr>
          <a:xfrm>
            <a:off x="1625176" y="2838388"/>
            <a:ext cx="8735325" cy="756568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chemeClr val="accent1"/>
                </a:solidFill>
              </a:rPr>
              <a:t>OBJECTIVE</a:t>
            </a:r>
            <a:endParaRPr lang="en-PK" sz="3600" dirty="0">
              <a:solidFill>
                <a:schemeClr val="accent1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DF0CE77-C18A-03C8-0C43-D2CD0A197162}"/>
              </a:ext>
            </a:extLst>
          </p:cNvPr>
          <p:cNvSpPr txBox="1">
            <a:spLocks/>
          </p:cNvSpPr>
          <p:nvPr/>
        </p:nvSpPr>
        <p:spPr>
          <a:xfrm>
            <a:off x="1643934" y="3704332"/>
            <a:ext cx="8914974" cy="1731888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800" kern="1200" cap="all" spc="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09493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218987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828480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437973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3047467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960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453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947" indent="0" algn="ctr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0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cap="none" dirty="0">
                <a:solidFill>
                  <a:schemeClr val="tx1"/>
                </a:solidFill>
              </a:rPr>
              <a:t>Design and verify an efficient hardware architecture for Dilithium, implement key modules (polynomial arithmetic &amp; NTT), and evaluate latency, area, and power.</a:t>
            </a:r>
            <a:endParaRPr lang="en-PK" sz="2400" cap="non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0728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7BF68-23D5-1E25-4402-747CB0B4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630D81F-DD27-D0DC-A5BB-2B3A0AFAD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Methodology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95BA662F-8CDE-A7A0-F05D-50BAE0F37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Algorithm Analysis: Study reference C implementation to identify computational bottlenecks.</a:t>
            </a:r>
          </a:p>
          <a:p>
            <a:r>
              <a:rPr lang="en-US" sz="2100" dirty="0"/>
              <a:t>Architectural Decomposition: Break down key modules into dedicated hardware blocks</a:t>
            </a:r>
          </a:p>
          <a:p>
            <a:r>
              <a:rPr lang="en-US" sz="2100" dirty="0"/>
              <a:t>RTL Design &amp; Integration: Implement modules in Verilog and integrate into full hardware design.</a:t>
            </a:r>
          </a:p>
          <a:p>
            <a:r>
              <a:rPr lang="en-US" sz="2100" dirty="0"/>
              <a:t>Functional Verification: Testbench-driven simulation to ensure correctness.</a:t>
            </a:r>
          </a:p>
          <a:p>
            <a:r>
              <a:rPr lang="en-US" sz="2100" dirty="0"/>
              <a:t>Performance Evaluation: Use FPGA synthesis tools to measure Latency , Resource utilization and Power consumption</a:t>
            </a:r>
          </a:p>
          <a:p>
            <a:r>
              <a:rPr lang="en-US" sz="2100" dirty="0"/>
              <a:t>Research Hypothesis: Hardware acceleration significantly improves Dilithium performance compared to software on embedded processors.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A75BF6-9D2A-5604-59D4-BD4850818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624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D64AA-267F-366E-BA3E-D523651A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01E34-D618-69B6-B223-550584769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852" y="0"/>
            <a:ext cx="8735325" cy="756568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accent1"/>
                </a:solidFill>
              </a:rPr>
              <a:t>Methodology</a:t>
            </a:r>
            <a:endParaRPr lang="en-PK" sz="3600" dirty="0">
              <a:solidFill>
                <a:schemeClr val="accent1"/>
              </a:solidFill>
            </a:endParaRPr>
          </a:p>
        </p:txBody>
      </p:sp>
      <p:pic>
        <p:nvPicPr>
          <p:cNvPr id="3" name="f2" descr="Figure 2&#10;Methodology of the thesis: analysis of the reference model, per-module RTL design and verification, followed by evaluation and benchmarking.">
            <a:extLst>
              <a:ext uri="{FF2B5EF4-FFF2-40B4-BE49-F238E27FC236}">
                <a16:creationId xmlns:a16="http://schemas.microsoft.com/office/drawing/2014/main" id="{DCB4C506-2446-923E-A36A-E008C418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972" y="756568"/>
            <a:ext cx="6984777" cy="582696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37370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BA20C-7563-087C-658C-9299E2531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4BC4C-96EA-F45C-8CAC-FBB75059BE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852" y="34506"/>
            <a:ext cx="8735325" cy="756568"/>
          </a:xfrm>
        </p:spPr>
        <p:txBody>
          <a:bodyPr>
            <a:normAutofit/>
          </a:bodyPr>
          <a:lstStyle/>
          <a:p>
            <a:pPr algn="ctr"/>
            <a:r>
              <a:rPr lang="en-US" sz="3600" dirty="0" err="1">
                <a:solidFill>
                  <a:schemeClr val="accent1"/>
                </a:solidFill>
              </a:rPr>
              <a:t>Dilithium</a:t>
            </a:r>
            <a:r>
              <a:rPr lang="en-US" sz="3600" dirty="0">
                <a:solidFill>
                  <a:schemeClr val="accent1"/>
                </a:solidFill>
              </a:rPr>
              <a:t> High-Level Architecture</a:t>
            </a:r>
            <a:endParaRPr lang="en-PK" sz="360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A32EA7-F5C3-DF67-8C83-9EF34FEA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246" y="908720"/>
            <a:ext cx="6706536" cy="55538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ECE4F-8045-73FF-FAAE-EBBC0C417926}"/>
              </a:ext>
            </a:extLst>
          </p:cNvPr>
          <p:cNvSpPr txBox="1"/>
          <p:nvPr/>
        </p:nvSpPr>
        <p:spPr>
          <a:xfrm>
            <a:off x="9334772" y="5589240"/>
            <a:ext cx="2088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Fig. </a:t>
            </a:r>
            <a:r>
              <a:rPr lang="en-US" sz="1200" dirty="0" err="1"/>
              <a:t>Dilithium</a:t>
            </a:r>
            <a:r>
              <a:rPr lang="en-US" sz="1200" dirty="0"/>
              <a:t> High-Level Architecture. Reproduced from [4]</a:t>
            </a:r>
          </a:p>
        </p:txBody>
      </p:sp>
    </p:spTree>
    <p:extLst>
      <p:ext uri="{BB962C8B-B14F-4D97-AF65-F5344CB8AC3E}">
        <p14:creationId xmlns:p14="http://schemas.microsoft.com/office/powerpoint/2010/main" val="347897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2F861-CA69-949B-1653-77B76E0F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1B6D81A-E85B-EBBF-27B9-2B4D69AA3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</a:br>
            <a:r>
              <a:rPr lang="en-US" dirty="0" err="1">
                <a:solidFill>
                  <a:schemeClr val="accent1">
                    <a:lumMod val="20000"/>
                    <a:lumOff val="80000"/>
                  </a:schemeClr>
                </a:solidFill>
              </a:rPr>
              <a:t>Dilithium</a:t>
            </a: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 Major Components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BA5B21D-DEE7-6D40-7BAD-AD649EB64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Keccak engine (SHAKE-128/256)				</a:t>
            </a:r>
          </a:p>
          <a:p>
            <a:r>
              <a:rPr lang="en-US" sz="2100" dirty="0"/>
              <a:t>Numeric Theoretic Transform (NTT) module  (Poly Multiplication)</a:t>
            </a:r>
          </a:p>
          <a:p>
            <a:r>
              <a:rPr lang="en-US" sz="2100" dirty="0"/>
              <a:t>Memory</a:t>
            </a:r>
          </a:p>
          <a:p>
            <a:r>
              <a:rPr lang="en-US" sz="2100" dirty="0"/>
              <a:t>Sampler</a:t>
            </a:r>
          </a:p>
          <a:p>
            <a:r>
              <a:rPr lang="en-US" sz="2100" dirty="0"/>
              <a:t>Rounding/decomposition logic</a:t>
            </a:r>
          </a:p>
          <a:p>
            <a:r>
              <a:rPr lang="en-US" sz="2100" dirty="0" err="1"/>
              <a:t>Dilithium</a:t>
            </a:r>
            <a:r>
              <a:rPr lang="en-US" sz="2100" dirty="0"/>
              <a:t> Main Controller</a:t>
            </a:r>
          </a:p>
          <a:p>
            <a:endParaRPr lang="en-US" sz="2100" dirty="0"/>
          </a:p>
          <a:p>
            <a:endParaRPr lang="en-US" sz="2100" dirty="0"/>
          </a:p>
          <a:p>
            <a:endParaRPr lang="en-US" sz="2100" dirty="0"/>
          </a:p>
          <a:p>
            <a:endParaRPr lang="en-US" sz="2100" dirty="0"/>
          </a:p>
          <a:p>
            <a:endParaRPr lang="en-US" sz="21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E33B56-8E1D-9EFF-D2D4-52AC92406C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D38856B-5A55-9F92-6CB4-BDC49C6364D4}"/>
                  </a:ext>
                </a:extLst>
              </p14:cNvPr>
              <p14:cNvContentPartPr/>
              <p14:nvPr/>
            </p14:nvContentPartPr>
            <p14:xfrm>
              <a:off x="6579619" y="1784510"/>
              <a:ext cx="648000" cy="1972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D38856B-5A55-9F92-6CB4-BDC49C6364D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25979" y="1676510"/>
                <a:ext cx="75564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2EDFBAC-3F91-3A45-9EC9-0DD0B00B2F6B}"/>
                  </a:ext>
                </a:extLst>
              </p14:cNvPr>
              <p14:cNvContentPartPr/>
              <p14:nvPr/>
            </p14:nvContentPartPr>
            <p14:xfrm>
              <a:off x="6862219" y="1879910"/>
              <a:ext cx="443160" cy="18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2EDFBAC-3F91-3A45-9EC9-0DD0B00B2F6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08219" y="1771910"/>
                <a:ext cx="5508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83430293-4B97-B789-DE87-3B0F1E44CFED}"/>
                  </a:ext>
                </a:extLst>
              </p14:cNvPr>
              <p14:cNvContentPartPr/>
              <p14:nvPr/>
            </p14:nvContentPartPr>
            <p14:xfrm>
              <a:off x="1683259" y="1862630"/>
              <a:ext cx="3632400" cy="90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83430293-4B97-B789-DE87-3B0F1E44CFE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29259" y="1754630"/>
                <a:ext cx="374004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B6634B98-6E51-B366-5919-EB3F03D1FA11}"/>
                  </a:ext>
                </a:extLst>
              </p14:cNvPr>
              <p14:cNvContentPartPr/>
              <p14:nvPr/>
            </p14:nvContentPartPr>
            <p14:xfrm>
              <a:off x="1683259" y="1879910"/>
              <a:ext cx="3588840" cy="946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B6634B98-6E51-B366-5919-EB3F03D1FA1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29259" y="1771910"/>
                <a:ext cx="369648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B7A955A-ECD2-27C2-3127-3E9F8F64474E}"/>
                  </a:ext>
                </a:extLst>
              </p14:cNvPr>
              <p14:cNvContentPartPr/>
              <p14:nvPr/>
            </p14:nvContentPartPr>
            <p14:xfrm>
              <a:off x="981844" y="2108150"/>
              <a:ext cx="7995240" cy="4302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B7A955A-ECD2-27C2-3127-3E9F8F6447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27844" y="2000510"/>
                <a:ext cx="8102880" cy="64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C12B54C-505C-C92D-44A8-2687CCCD7BC9}"/>
                  </a:ext>
                </a:extLst>
              </p14:cNvPr>
              <p14:cNvContentPartPr/>
              <p14:nvPr/>
            </p14:nvContentPartPr>
            <p14:xfrm>
              <a:off x="1345939" y="1871270"/>
              <a:ext cx="4723920" cy="198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C12B54C-505C-C92D-44A8-2687CCCD7BC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92299" y="1763270"/>
                <a:ext cx="4831560" cy="41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DED07D1-CB05-BEFF-B56F-06A7CC9D74E9}"/>
                  </a:ext>
                </a:extLst>
              </p14:cNvPr>
              <p14:cNvContentPartPr/>
              <p14:nvPr/>
            </p14:nvContentPartPr>
            <p14:xfrm>
              <a:off x="8394739" y="2357990"/>
              <a:ext cx="381960" cy="939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DED07D1-CB05-BEFF-B56F-06A7CC9D74E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340739" y="2250350"/>
                <a:ext cx="48960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CF1E7FC-FA64-B39A-4BD6-522BCB34D436}"/>
                  </a:ext>
                </a:extLst>
              </p14:cNvPr>
              <p14:cNvContentPartPr/>
              <p14:nvPr/>
            </p14:nvContentPartPr>
            <p14:xfrm>
              <a:off x="3255379" y="2469230"/>
              <a:ext cx="360" cy="3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CF1E7FC-FA64-B39A-4BD6-522BCB34D43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201739" y="23615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D76DFC4-F64D-FC88-89C7-9E3E5487B1BC}"/>
                  </a:ext>
                </a:extLst>
              </p14:cNvPr>
              <p14:cNvContentPartPr/>
              <p14:nvPr/>
            </p14:nvContentPartPr>
            <p14:xfrm>
              <a:off x="1948219" y="2366990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D76DFC4-F64D-FC88-89C7-9E3E5487B1B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94219" y="2258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5425807-6480-6E5B-1D72-E08F9C2F3886}"/>
                  </a:ext>
                </a:extLst>
              </p14:cNvPr>
              <p14:cNvContentPartPr/>
              <p14:nvPr/>
            </p14:nvContentPartPr>
            <p14:xfrm>
              <a:off x="1948219" y="2366990"/>
              <a:ext cx="360" cy="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5425807-6480-6E5B-1D72-E08F9C2F388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94219" y="2258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BDD51D3-4E38-B184-79D5-DA95E37AAFFD}"/>
                  </a:ext>
                </a:extLst>
              </p14:cNvPr>
              <p14:cNvContentPartPr/>
              <p14:nvPr/>
            </p14:nvContentPartPr>
            <p14:xfrm>
              <a:off x="1631779" y="1853990"/>
              <a:ext cx="360" cy="3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BDD51D3-4E38-B184-79D5-DA95E37AAFF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78139" y="1745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2AC71A0-6D66-187A-17FE-EBA0328F16BC}"/>
                  </a:ext>
                </a:extLst>
              </p14:cNvPr>
              <p14:cNvContentPartPr/>
              <p14:nvPr/>
            </p14:nvContentPartPr>
            <p14:xfrm>
              <a:off x="1631779" y="1853990"/>
              <a:ext cx="360" cy="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2AC71A0-6D66-187A-17FE-EBA0328F16B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78139" y="17459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F0B4A2A-5184-EE42-BF1A-B9B715920D76}"/>
                  </a:ext>
                </a:extLst>
              </p14:cNvPr>
              <p14:cNvContentPartPr/>
              <p14:nvPr/>
            </p14:nvContentPartPr>
            <p14:xfrm>
              <a:off x="1147939" y="2784230"/>
              <a:ext cx="2022840" cy="258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F0B4A2A-5184-EE42-BF1A-B9B715920D7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94299" y="2676590"/>
                <a:ext cx="2130480" cy="47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77FAFFE-1C8C-3942-AF0E-13FBB0004A1A}"/>
                  </a:ext>
                </a:extLst>
              </p14:cNvPr>
              <p14:cNvContentPartPr/>
              <p14:nvPr/>
            </p14:nvContentPartPr>
            <p14:xfrm>
              <a:off x="2359339" y="2834630"/>
              <a:ext cx="349920" cy="280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77FAFFE-1C8C-3942-AF0E-13FBB0004A1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05339" y="2726630"/>
                <a:ext cx="457560" cy="24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31224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2E923-41D4-14D2-77BC-F70A91B24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D7031FA-ADEF-5C30-831D-1BF250DAD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Keccak Engine - Design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3AA8BD2D-BE62-8A93-9071-D8E84129C2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100" dirty="0"/>
              <a:t>SHAKE128/SHAKE256 support</a:t>
            </a:r>
          </a:p>
          <a:p>
            <a:r>
              <a:rPr lang="en-US" sz="2100" dirty="0"/>
              <a:t>64-bit bus</a:t>
            </a:r>
          </a:p>
          <a:p>
            <a:r>
              <a:rPr lang="en-US" sz="2100" dirty="0"/>
              <a:t>one-round-per-cycle core</a:t>
            </a:r>
          </a:p>
          <a:p>
            <a:r>
              <a:rPr lang="en-US" sz="2100" dirty="0"/>
              <a:t>parameterized parallel lanes</a:t>
            </a:r>
          </a:p>
          <a:p>
            <a:r>
              <a:rPr lang="en-US" sz="2100" dirty="0"/>
              <a:t>4-lane speedup: 3.84x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7DD3C-8411-E505-AFC6-8EF659A187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f4" descr="Figure 4&#10;Module hierarchy of the Keccak engine: a parameterised parallel wrapper over N independent cores, each split into parameter, absorb, step and output units.">
            <a:extLst>
              <a:ext uri="{FF2B5EF4-FFF2-40B4-BE49-F238E27FC236}">
                <a16:creationId xmlns:a16="http://schemas.microsoft.com/office/drawing/2014/main" id="{5DE65C66-46C4-57B8-7A77-0CE320A16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18348" y="1701797"/>
            <a:ext cx="5839692" cy="388744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889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7B23-0558-0D0E-B7DB-A1A8D9119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FD7B2D2-8357-2C61-A956-966AABD80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Keccak Engine – Verification and Synthesis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D72153-9084-AF07-F9B8-9BB252B3EC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6E9812-4E76-8E78-A069-54DCA47E0E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21844" y="1466036"/>
            <a:ext cx="7848871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group samples each completed SHAKE </a:t>
            </a:r>
            <a:r>
              <a:rPr kumimoji="0" lang="en-PK" altLang="en-PK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transactio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</a:t>
            </a:r>
          </a:p>
          <a:p>
            <a:pPr mar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Cover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points: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SHAKE mode: SHAKE128, SHAKE256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message length: empty, short, rate-boundary, multi-block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XOF length: continuous, small, medium, large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77886" lvl="1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 coverage: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 x message length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 x XOF length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77886" lvl="1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</a:t>
            </a:r>
            <a:r>
              <a:rPr kumimoji="0" lang="en-US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</a:t>
            </a: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208/208 tests passed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PK" altLang="en-P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100% functional coverage</a:t>
            </a:r>
            <a:endParaRPr kumimoji="0" lang="en-US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sz="1800" dirty="0"/>
              <a:t>Fmax: 84.31 MHz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8978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2BDB-FAF0-916C-9A6C-33E999ACD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D835DAB-9C3B-709A-9226-59719CB78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Keccak Engine – Verification and Synthesis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38DA8F-9816-6C95-2ADC-21AB123BFF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4BB1897-1057-E9C5-0E15-94A30A3FD3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21844" y="3543527"/>
            <a:ext cx="784887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PK" altLang="en-P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61622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1253C-61ED-95EB-83F6-02E88404F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7892D-7999-15A6-E547-43B3116D9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3852" y="0"/>
            <a:ext cx="8735325" cy="756568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accent1"/>
                </a:solidFill>
              </a:rPr>
              <a:t>GANTT CHART</a:t>
            </a:r>
            <a:endParaRPr lang="en-PK" sz="3600" dirty="0">
              <a:solidFill>
                <a:schemeClr val="accent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62977B-5F06-12E1-E0CA-469A0EF30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948" y="775054"/>
            <a:ext cx="7692684" cy="57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796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3FD9F-2D9F-8CD7-F1BD-23020CE94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D5AFC0B-E497-1E04-00E8-B53B0FF9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r>
              <a:rPr lang="en-US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References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1345B905-960D-ADB2-C6E8-FA27E4FF5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8883" y="1701797"/>
            <a:ext cx="10360501" cy="4391499"/>
          </a:xfrm>
        </p:spPr>
        <p:txBody>
          <a:bodyPr>
            <a:normAutofit/>
          </a:bodyPr>
          <a:lstStyle/>
          <a:p>
            <a:endParaRPr lang="en-US" sz="2100" dirty="0"/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National Institute of Standards and Technology, Post Quantum Cryptography Standardization Project, NIST, 2022.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Ducas, L., Kiltz, E., </a:t>
            </a:r>
            <a:r>
              <a:rPr lang="en-US" sz="1400" dirty="0" err="1"/>
              <a:t>Lepoint</a:t>
            </a:r>
            <a:r>
              <a:rPr lang="en-US" sz="1400" dirty="0"/>
              <a:t>, T., </a:t>
            </a:r>
            <a:r>
              <a:rPr lang="en-US" sz="1400" dirty="0" err="1"/>
              <a:t>Lyubashevsky</a:t>
            </a:r>
            <a:r>
              <a:rPr lang="en-US" sz="1400" dirty="0"/>
              <a:t>, V., Schwabe, P., Seiler, G., and </a:t>
            </a:r>
            <a:r>
              <a:rPr lang="en-US" sz="1400" dirty="0" err="1"/>
              <a:t>Stehlé</a:t>
            </a:r>
            <a:r>
              <a:rPr lang="en-US" sz="1400" dirty="0"/>
              <a:t>, D., CRYSTALS Dilithium: Algorithm Specifications and Supporting Documentation, NIST PQC Round 3, 2020.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Bernstein, D. J., Buchmann, J., and Dahmen, E., Post Quantum Cryptography, Springer, Berlin, 2009.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400" dirty="0"/>
              <a:t>P. Sun, Q. Wang, and M. Ikeda, "PALS: A High-Speed ML-DSA Hardware Accelerator with Enhanced Pipeline on FPGA," in Proc. IEEE Int. Conf. Integrated Circuits, Technologies and Applications (ICTA), 2025, pp. 141–142, </a:t>
            </a:r>
            <a:r>
              <a:rPr lang="en-US" sz="1400" dirty="0" err="1"/>
              <a:t>doi</a:t>
            </a:r>
            <a:r>
              <a:rPr lang="en-US" sz="1400" dirty="0"/>
              <a:t>: 10.1109/ICTA68203.2025.11330133.</a:t>
            </a:r>
          </a:p>
          <a:p>
            <a:pPr marL="0" indent="0">
              <a:buNone/>
            </a:pPr>
            <a:endParaRPr lang="en-US" sz="21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70959D-A723-FE5A-BB7D-4D67BA45C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888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 schemes (RSA, ECC) rely on </a:t>
            </a:r>
            <a:r>
              <a:rPr kumimoji="0" lang="en-PK" altLang="en-P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math problems</a:t>
            </a:r>
            <a:r>
              <a:rPr kumimoji="0" lang="en-PK" altLang="en-P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PK" altLang="en-P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358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655D6-5057-6B8B-D43F-AF007EACF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8068" y="2204864"/>
            <a:ext cx="5832647" cy="1512168"/>
          </a:xfrm>
        </p:spPr>
        <p:txBody>
          <a:bodyPr>
            <a:noAutofit/>
          </a:bodyPr>
          <a:lstStyle/>
          <a:p>
            <a:r>
              <a:rPr lang="en-US" sz="6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THANK YOU ! </a:t>
            </a:r>
            <a:r>
              <a:rPr lang="en-US" sz="6600" dirty="0">
                <a:solidFill>
                  <a:schemeClr val="accent1">
                    <a:lumMod val="20000"/>
                    <a:lumOff val="80000"/>
                  </a:schemeClr>
                </a:solidFill>
                <a:sym typeface="Wingdings" panose="05000000000000000000" pitchFamily="2" charset="2"/>
              </a:rPr>
              <a:t></a:t>
            </a:r>
            <a:endParaRPr lang="en-PK" sz="66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782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3211</TotalTime>
  <Words>815</Words>
  <Application>Microsoft Office PowerPoint</Application>
  <PresentationFormat>Custom</PresentationFormat>
  <Paragraphs>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Wingdings</vt:lpstr>
      <vt:lpstr>Tech 16x9</vt:lpstr>
      <vt:lpstr>Hardware Design and Verification of Dilithium – Post Quantum Digital Signature Algorithm</vt:lpstr>
      <vt:lpstr> Background</vt:lpstr>
      <vt:lpstr>What is Dilithium?</vt:lpstr>
      <vt:lpstr> Literature Review</vt:lpstr>
      <vt:lpstr>PROBLEM STATEMENT</vt:lpstr>
      <vt:lpstr> Methodology</vt:lpstr>
      <vt:lpstr>Methodology</vt:lpstr>
      <vt:lpstr>Dilithium High-Level Architecture</vt:lpstr>
      <vt:lpstr> Dilithium Major Components</vt:lpstr>
      <vt:lpstr> Keccak Engine - Design</vt:lpstr>
      <vt:lpstr> Keccak Engine – Verification and Synthesis</vt:lpstr>
      <vt:lpstr> Keccak Engine – Verification and Synthesis</vt:lpstr>
      <vt:lpstr>GANTT CHART</vt:lpstr>
      <vt:lpstr> References</vt:lpstr>
      <vt:lpstr>THANK YOU ! 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Abdul Ahad</dc:creator>
  <cp:lastModifiedBy>Muhammad Abdul Ahad</cp:lastModifiedBy>
  <cp:revision>18</cp:revision>
  <dcterms:created xsi:type="dcterms:W3CDTF">2026-01-21T20:32:26Z</dcterms:created>
  <dcterms:modified xsi:type="dcterms:W3CDTF">2026-06-15T22:34:09Z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