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7" r:id="rId5"/>
    <p:sldId id="268" r:id="rId6"/>
    <p:sldId id="273" r:id="rId7"/>
    <p:sldId id="276" r:id="rId8"/>
    <p:sldId id="275" r:id="rId9"/>
    <p:sldId id="293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1" r:id="rId19"/>
    <p:sldId id="292" r:id="rId20"/>
    <p:sldId id="278" r:id="rId21"/>
    <p:sldId id="279" r:id="rId22"/>
    <p:sldId id="280" r:id="rId2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2" d="100"/>
          <a:sy n="112" d="100"/>
        </p:scale>
        <p:origin x="492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6/17/2026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07.23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1 123,'1'7,"1"0,0 0,1 0,-1 0,1-1,1 1,-1-1,1 1,7 8,9 18,-1 5,44 64,-42-71,35 44,-50-68,0 0,0-1,1 0,-1 0,1-1,1 0,-1 0,1 0,0-1,10 3,-13-5,0-1,1 0,-1 0,1 0,-1-1,1 0,0 0,-1 0,1-1,-1 0,1 0,-1 0,0-1,1 0,-1 0,0 0,7-4,17-8,1 2,1 1,42-9,-37 11,186-71,-202 72,62-20,26-12,-75 26,2 2,41-10,-41 13,0-2,36-16,-31 11,74-21,-70 25,61-26,-61 20,-34 16,-1-1,1-1,-1 0,0 0,0-1,0 0,-1 0,0-1,0 0,0-1,-1 1,12-15,-12 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07.8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0,'879'0,"-860"1,-1 1,31 7,31 3,19 1,-18-2,-76-10,-10-1,-3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23:14:10.3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0,'10089'24'0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12.77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0,'20'1,"0"2,35 7,-8 0,6 0,-29-5,0-1,42 2,92-9,131 5,-197 9,30 2,-50-13,11 1,87 12,-89-6,129-4,-124-4,103 10,89 15,-129-14,-114-7,469 23,-290-14,-13-1,116 3,221-2,-328-14,-88 1,13-1,157 19,-163-7,178-8,-139-5,6 16,4-1,2576-13,-2720 0,51-10,-51 5,55-1,64-4,3-1,-42 15,151-6,-194-9,-50 8,0 0,32 0,-33 2,0 0,25-6,37-3,-13 0,-18 1,-32 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17.93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21570 767,'-67'-1,"10"0,-1 2,-94 14,-37 10,68-11,74-10,-56 12,12 0,-128 7,196-21,-228 4,-25 2,-154 18,266-19,-294 12,67-6,15-2,-682 41,408-33,282 3,-283 14,452-27,-289 6,-55 9,-4 0,236-13,15 1,-2579-13,2665-11,5 0,-682 12,739-12,2-1,-21 15,48 0,-187-19,47-12,241 28,-419-26,374 24,-108-18,104 10,-85-2,84 9,-82-16,83 10,-84-4,88 10,-86-16,89 10,-102-3,89 9,-96-16,98 9,-98-2,117 10,-98-17,94 10,-68-3,2 1,-23-1,101 11,0-3,-52-11,51 7,-91-6,-130-9,112 7,115 11,-18-5,34 6,0 1,-30-1,-86-6,-15-1,118 10,-48-8,-25-1,-9-1,81 6,-56-1,-477 8,542-2,-51-10,50 6,-48-2,-1253 8,8002-1,-6393 12,-8 0,1603-13,-1908 1,-16-1,0 3,-81 12,83-7,-81 1,-1 1,-153 1,19-2,-221 6,44-5,-85 25,372-25,-421 12,280-10,10 1,-9 0,-1 0,-1465-13,1584-11,1-1,157 13,-65 0,0-3,-107-18,133 11,1 3,-113 1,201 4,55-10,-38 5,-1 2,2 3,80 5,-23-1,928-2,-1034 0,-1 0,1-1,0 1,0 0,0 0,0 0,-1 0,1 0,0 0,0 0,0 0,0 0,0 0,-1 0,1 1,0-1,0 0,0 1,-1-1,1 1,0-1,0 0,-1 1,1 0,0-1,0 2,-19 10,-39 9,-92 3,119-20,0 0,0-2,-44-3,43 0,1 1,-1 2,-38 6,-80 11,51-9,-8-1,-179-7,133-4,-9 14,-3 1,75-12,-103 15,171-14,-27 4,46-6,0 1,0-1,0 1,0 0,0 0,0-1,0 1,0 1,0-1,0 0,1 0,-1 1,1-1,-1 1,1-1,-1 1,-1 2,3-3,0 0,0 0,0 0,0-1,0 1,0 0,0 0,0 0,0 0,0 0,1 0,-1-1,0 1,1 0,-1 0,0 0,1-1,-1 1,1 0,-1 0,1-1,0 1,-1 0,1-1,0 1,-1-1,1 1,0-1,0 1,-1-1,1 0,0 1,1-1,30 13,-10-8,1-2,0 0,0-1,0-2,29-2,-26 1,-1 0,1 2,49 8,-14 0,0-2,0-3,106-7,-44 0,219 27,11 1,-285-25,97 13,-46-4,157-8,-197-2,-210 3,-147-4,70-22,121 14,-101-4,-79 1,190 4,-259-17,270 23,1-3,-90-20,88 12,1 4,-85-2,104 10,-62-11,63 6,98 10,62-4,-24-1,1001 2,-1085 0,-3 0,-1 1,1-1,0 0,0 0,0-1,0 1,0-1,0 1,-1-1,1 0,0 0,-1 0,1 0,3-3,-6 4,0-1,0 1,-1-1,1 0,0 1,0-1,-1 1,1-1,0 1,-1-1,1 1,-1-1,1 1,-1 0,1-1,-1 1,1 0,-1-1,1 1,-1 0,1-1,-1 1,0 0,1 0,-1 0,1 0,-1 0,0 0,1 0,-1 0,0 0,1 0,-1 0,1 0,-2 0,-26-4,-122 2,92 3,-1-3,-60-9,-113-14,135 16,-165 4,152 7,-110-13,-93-18,-31 25,43 3,193-10,-42-2,-104 0,120 2,-185 9,146 5,64-3,189-30,-41 22,0 1,1 3,-1 1,1 2,52 5,6-2,70-4,179 5,-152 19,-113-10,97 1,64 2,-134-5,-10 0,69 2,689-12,-840 1,0 0,33 9,31 2,-33-8,90 19,-17-2,-60-11,-28-4,51 1,-31-3,87 16,-87-10,90 4,-101-13,263 12,712 44,-401-43,263 32,-352-20,120-2,-517-18,717 21,-398-15,-11 0,320 1,489-1,-755-15,2396 3,-2587-12,3 0,-285 12,454-14,156 2,-386 15,-101-15,-3-1,838 14,-949 1,51 8,-50-5,48 3,635-9,-684-1,52-8,-52 5,50-3,-56 9,42-3,-61 2,-1-1,1 1,-1-1,1 1,-1-1,0 0,1 0,-1 0,0 0,0-1,0 1,1-1,-1 1,-1-1,1 1,0-1,0 0,-1 0,1 0,2-4,-4 5,0-1,0 1,0-1,1 1,-1-1,-1 1,1 0,0-1,0 1,0-1,-1 1,1-1,-1 1,1 0,-1-1,1 1,-1 0,0 0,0-1,0 1,0 0,1 0,-1 0,-1 0,1 0,0 0,0 0,0 1,0-1,-1 0,1 1,0-1,-1 1,1-1,-3 0,-54-18,55 18,-170-47,-39-10,-194-12,271 50,-515-65,229 42,118 15,-737-59,530 50,-506-13,-184-1,495 12,-1103-62,1575 84,-237-12,-56-8,59 3,132-1,198 17,-148 0,229 16,-58-11,40 4,65 8,-1 0,1-1,0 0,-17-6,26 8,0 0,0 0,0 0,0 0,0 0,0 0,-1 0,1 0,0 0,0 0,0 0,0 0,0-1,0 1,0 0,0 0,0 0,0 0,0 0,-1 0,1 0,0-1,0 1,0 0,0 0,0 0,0 0,0 0,0 0,0-1,0 1,0 0,0 0,0 0,0 0,0 0,1 0,-1-1,0 1,0 0,0 0,0 0,0 0,0 0,0 0,0 0,0 0,0-1,0 1,1 0,-1 0,0 0,0 0,0 0,0 0,0 0,1 0,11-8,17-3,8 5,1 2,-1 1,1 2,50 4,0 0,72-5,149 5,-186 8,52 2,242 12,-92-2,39 13,-20-1,220 21,29 2,350 17,-430-45,-62-6,555 42,-773-56,172 2,1057-13,-1438 3,1 1,-1 1,29 8,-47-11,-122 2,-266-1,-246-5,411-8,-97-3,-2068 15,1590 36,33-1,65 13,215-7,-104 4,256-27,-275 14,289-33,360-1,52 1,129 15,35 10,-147-16,180-7,-134-5,935 3,-890 13,-5-1,-29-14,136 4,-201 9,46 2,140-14,-353 1,-64 1,-228-28,-123-20,233 24,-59-1,5 10,129 4,8 1,-220-5,-397 15,714 5,60-6,-1 0,1 1,-1-1,1 0,-1 0,1 1,-1-1,1 1,-1 0,1-1,0 1,-1 0,1 0,0 0,0 0,-1 0,1 0,0 0,0 0,0 1,0-1,1 0,-1 0,0 1,0-1,1 1,-1-1,1 1,-1-1,1 1,0-1,0 1,-1-1,1 1,1 2,-1-3,1 1,0-1,0 1,0-1,0 1,0-1,0 0,1 1,-1-1,0 0,1 0,-1 0,1 0,-1 0,1 0,0 0,-1-1,1 1,0-1,1 1,45 11,-35-10,29 6,83 2,-3 0,-104-7,480 51,172-3,-327-21,347 7,-567-32,668 36,1861 8,-1938-35,-349-4,375 9,746 10,1345-30,-2289-46,-382 26,33 2,-182 18,25-4,-35 5,0 0,0 0,-1 0,1 0,0-1,0 1,0 0,0 0,0-1,0 1,0-1,0 1,-1 0,1-1,0 0,0 1,-1-1,1 1,0-1,-1 0,1 0,0 1,-1-1,1-1,-1 1,-1 0,1 0,-1 1,1-1,-1 0,0 1,1-1,-1 1,0-1,0 1,1-1,-1 1,0-1,0 1,0-1,1 1,-1 0,0 0,0-1,0 1,0 0,0 0,-1 0,-29-3,21 2,-34-6,-1 0,-79-3,-178 13,-441-5,544-10,-93-1,-754 14,761 14,153-6,-233 35,265-30,-138 25,65-6,119-21,52-12,1 0,-1 0,1 1,-1-1,1 0,-1 1,1-1,0 1,-1-1,1 1,0 0,-1 0,1-1,0 1,-2 2,16 5,42-1,998-5,-505-5,-284-9,3 0,-172 8,166-29,-135 16,238 0,-336 15,0 0,37-10,-22 5,-42 7,0 0,1 0,-1 0,0-1,0 1,1 0,-1-1,0 1,1 0,-1-1,0 1,0-1,0 0,0 1,0-1,0 0,0 0,0 0,0 0,0 0,0 0,1-1,-2 1,0 0,0 0,-1 0,1 0,0 0,0 0,-1 0,1 0,0 0,-1 1,1-1,-1 0,1 0,-1 0,0 1,1-1,-1 0,0 0,1 1,-1-1,0 1,-1-1,-4-4,-1 1,0-1,0 2,0-1,-1 1,-8-3,-464-79,309 56,-73-8,-14 5,-136-8,-150 4,-75 1,-810 36,1533-2,319 16,-182-1,-44-4,-32 5,525 28,-332-32,-4 1,1225-13,-1605 0,-48-9,-17-2,36 8,-71-16,72 10,-79-4,-131-10,-42-1,-360 27,648-2,0 1,0 2,1-1,-1 2,0 0,1 2,0-1,0 2,1 1,-1 0,-15 10,30-16,1-1,-1 0,0 1,0-1,1 1,-1 0,1-1,-1 1,1 0,0 0,-1 0,1 0,0 0,1 0,-1 0,0 1,0 3,1-4,0 0,0-1,0 1,1 0,-1-1,1 1,-1 0,1-1,0 1,-1-1,1 1,0-1,0 1,0-1,0 0,1 0,-1 1,2 1,3 1,0 0,1 0,-1 0,1-1,0 0,0 0,0-1,0 1,10 0,58 11,-15-2,0-2,89 2,-90-12,83 13,-33-3,195-8,-144-5,37 6,217-6,-235-23,-43 4,-105 17,52-15,17-3,-46 12,63-20,-42 10,-19 4,-2-2,67-33,-117 49,0 1,0-1,-1 0,1-1,-1 1,1-1,-1 1,0-1,-1 0,1 0,-1 0,1-1,-1 1,-1 0,1-1,-1 0,1 1,0-8,3-5,0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19.2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320 0,'-10'1,"0"0,1 1,-1 0,-12 4,-34 6,-14-13,54-1,0 1,0 1,0 1,0 0,-21 6,36-7,0 0,1 0,-1 0,0 0,1 0,-1 0,0 1,1-1,-1 0,1 0,-1 1,0-1,1 0,-1 1,1-1,-1 1,1-1,-1 1,1-1,-1 1,1-1,0 1,-1-1,1 1,0 0,-1-1,1 1,0 1,12 12,36 10,-41-21,16 7,0-1,1-2,0 0,1-1,27 2,125 3,-71-7,147 21,-162-16,73 4,500-14,-753-20,-223-7,213 19,-104-4,131 12,-125-16,112 10,85 7,0 0,0 0,0 0,0 0,0 0,0 1,0-1,0 0,0 0,0 0,0 0,0 0,1 0,-1 0,0 0,0 0,0 0,0 0,-1 0,1 1,0-1,0 0,0 0,0 0,0 0,0 0,0 0,0 0,0 0,0 0,0 0,0 0,0 0,0 0,0 0,0 0,0 1,0-1,0 0,0 0,0 0,0 0,-1 0,1 0,0 0,0 0,0 0,0 0,0 0,0 0,0 0,0 0,0 0,0 0,10 6,18 5,66 3,135 3,98-17,-133-2,-74 4,130-5,-228-2,-22 5,1 0,-1 0,0-1,0 1,0 0,0 0,0 0,0 0,1 0,-1 0,0-1,0 1,0 0,0 0,0 0,0 0,0 0,0-1,0 1,0 0,0 0,0 0,0 0,0-1,0 1,0 0,0 0,0 0,0 0,0-1,0 1,0 0,0 0,0 0,0 0,0 0,-1-1,1 1,0 0,0 0,0 0,0 0,0 0,0 0,0-1,-1 1,1 0,0 0,0 0,0 0,0 0,0 0,-1 0,-2-2,-1 1,0-1,0 1,1 0,-1 0,0 0,0 0,-5 1,-27-4,-66-16,70 12,0 2,-62-5,35 10,-85-12,102 7,1 2,-1 2,-78 5,119-3,-1 0,1 0,-1 0,1 0,-1 0,0 1,1-1,-1 0,1 1,-1-1,1 1,0 0,-1-1,1 1,-3 2,5-3,-1 1,0-1,0 1,1-1,-1 1,0-1,1 1,-1-1,1 1,-1-1,1 1,-1-1,1 1,-1-1,1 0,-1 1,1-1,-1 0,1 1,-1-1,1 0,0 0,-1 0,2 1,52 15,-30-11,14 5,1-2,0-1,65 2,-62-7,44 7,32 2,92 1,35 1,-181-13,543 13,-19 21,65 5,174 33,-316-38,171 15,47 4,-397-32,729 20,-699-30,189 1,-180-10,408-5,-242-33,-52 2,268-22,-483 38,-40 5,52-15,-242 25,75 2,13 0,-90-8,-23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4:20.12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1060 1,'-34'0,"0"1,0 2,0 1,1 1,-51 16,63-15,-1-1,-27 2,-19 4,33-5,0-2,0-2,0-1,-43-4,29 0,-55 5,85 1,0 1,1 1,-27 9,-22 7,51-18,-1 2,-30 12,45-16,0 0,0 0,0 0,0 0,0 0,0 1,0-1,1 1,-1-1,0 1,1 0,-1 0,1 0,-1 2,1-3,1 0,0 0,0 1,0-1,0 0,0 0,0 0,1 0,-1 1,0-1,1 0,-1 0,1 0,-1 0,1 0,-1 0,1 0,0 0,-1 0,1 0,0 0,0 0,0 0,0-1,0 1,0 0,0-1,0 1,2 0,12 8,1-2,0 1,0-2,1 0,0-2,0 1,23 1,11 5,-220-48,152 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8:52.5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8:55.7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8:55.9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9:03.7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19:03.9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21:26.4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3600 218,'-100'1,"-110"-3,172-3,-53-14,9 1,-90-21,-6-1,128 31,-35-6,-166-7,79 11,-1-1,-316 13,471 0,0 1,-31 7,-31 3,-1-4,76-8,-1 1,1 0,-1 1,1-1,-1 1,1 0,0 0,0 1,0 0,0 0,-8 6,13-9,-1 1,1 0,-1-1,1 1,0-1,-1 1,1 0,0 0,-1-1,1 1,0 0,0-1,-1 1,1 0,0 0,0-1,0 1,0 0,0 0,0-1,0 1,0 0,1 0,-1-1,0 1,0 0,1 0,-1-1,0 1,1 1,23 18,33 4,30 7,-44-14,0-3,46 10,-9-1,-60-15,0-2,30 6,95 18,-86-17,77 9,-80-14,81 22,-89-18,0-2,79 6,-65-10,63 12,-72-8,-1-3,60 1,-83-7,52 9,-50-5,44 2,-22-6,90 15,-73-10,112-6,-154-1,-53-1,0-1,-45-11,35 6,-40-11,46 10,-53-8,-35-6,-9-1,-117 0,153 13,52 5,-56-1,-238 8,366 1,50 8,28 3,-104-13,36 1,82 12,-44 1,1-4,96 0,-168-10,32 0,0 1,61 11,-46-5,0-2,0-2,63-6,-8 0,381 3,-471-2,1-2,0 0,-1-2,0 0,0-2,-1 0,40-22,49-17,-108 46,-1 1,0-1,0 0,0 0,0 0,1 0,-2 0,1-1,0 1,0 0,0-1,-1 0,1 1,0-1,-1 0,2-2,-3 3,1 0,-1-1,1 1,-1 0,0-1,0 1,1 0,-1-1,0 1,0-1,-1 1,1 0,0-1,0 1,-1-1,1 1,0 0,-1 0,-1-3,0 0,0 1,-1 0,1 0,-1 0,0 0,1 0,-2 1,1-1,0 1,0 0,-1 0,1 0,-1 0,0 1,1 0,-1-1,-4 0,-79-20,63 15,0 0,-1 2,1 0,-30 0,-60-7,77 7,-50-1,27 4,38 0,-1 2,1 0,-1 1,-41 8,58-7,-1 1,1 0,0 0,0 0,0 1,0 0,1 0,-1 1,1 0,0 0,-5 6,9-9,-1-1,1 1,0 0,-1-1,1 1,0 0,0-1,0 1,1 0,-1 0,0 0,1 0,-1 0,1 0,0 0,-1 0,1 0,0 0,0 0,0 0,1 0,-1 0,0 0,1 0,0 0,-1 0,1 0,0 0,0 0,0 0,0-1,0 1,0 0,1-1,-1 1,0-1,1 1,-1-1,1 0,0 1,2 0,9 5,1 0,0-1,1-1,-1 0,1-1,30 4,33 10,-78-18,1 0,-1 0,1 0,-1 0,1 0,0 0,-1 0,1 0,-1 0,1 0,-1 1,1-1,-1 0,1 0,-1 1,0-1,1 0,-1 1,1-1,-1 1,0-1,1 0,-1 1,0-1,1 1,-1-1,0 1,0-1,1 1,-1-1,0 1,0-1,0 1,0-1,0 1,0-1,0 1,0-1,0 2,-17 15,-8 8,25-24,-1 0,1 0,-1 0,1 0,0 0,0 0,0 0,0 1,0-1,0 0,0 0,0 0,0 0,0 0,0 0,1 0,-1 0,0 0,1 0,-1 0,1 0,-1 0,1 0,0 0,-1 0,1 0,0-1,0 1,-1 0,1 0,0-1,1 1,6 6,0-2,1 1,0-1,0 0,0-1,0 0,1-1,-1 0,1 0,0-1,17 2,12-2,67-2,-49-2,-53 2,0 0,0-1,0 1,0-1,0 0,0 0,0 0,0 0,0-1,-1 0,8-4,-11 6,1-1,0 1,-1-1,1 0,-1 1,1-1,-1 0,1 1,-1-1,1 0,-1 0,1 1,-1-1,0 0,0 0,1 0,-1 1,0-1,0 0,0 0,0 0,0 0,0-1,-1 1,1-1,-1 0,0 0,0 1,0-1,0 0,0 1,0-1,-1 1,1-1,0 1,-1 0,1-1,-4-1,-11-8,-1 0,-1 1,0 0,0 2,-1 0,0 1,-22-5,-14 0,-72-6,56 8,30 4,-66-2,80 8,1 1,0 1,-47 10,15 1,-86 9,20 1,93-16,0-1,0-1,-39 1,-605-7,627-1,-57-10,30 2,-273-34,262 31,-125-3,51 5,-5-1,-195 13,934-1,-547-1,53-10,-52 6,51-3,-65 8,35-2,-47 2,0 0,0-1,0 1,0-1,0 1,0-1,0 0,0 0,-1 1,1-1,0-1,0 1,-1 0,1 0,-1-1,1 1,-1-1,1 1,0-3,-2 4,1-1,-1 1,0-1,0 1,0-1,0 0,0 1,0-1,0 1,0-1,0 1,0-1,0 1,0-1,-1 1,1-1,0 1,0-1,0 1,-1-1,1 1,0-1,-1 1,1-1,0 1,-1 0,1-1,-1 1,1-1,-1 1,1 0,0 0,-1-1,1 1,-1 0,1 0,-1 0,1-1,-1 1,0 0,0 0,-29-6,25 5,-83-18,54 10,0 2,0 2,-50-3,44 7,-47-9,47 4,-50 0,36 3,-103-18,102 11,-98-4,10 2,-7 1,78 10,-69 3,140-2,-1 0,1 0,0 0,0 0,-1 0,1 0,0 1,0-1,-1 0,1 1,0-1,0 1,0-1,0 1,0-1,-1 1,1 0,0-1,0 1,1 0,-2 1,2-1,0 0,0-1,0 1,1 0,-1 0,0 0,1-1,-1 1,1 0,-1-1,1 1,-1 0,1-1,-1 1,1 0,0-1,-1 1,1-1,0 1,-1-1,1 0,1 1,53 26,-21-17,1-1,0-2,40 3,-55-7,149 20,-96-16,-48-6,0 2,0 1,40 11,-39-8,2-1,48 5,15 2,-59-8,1-2,0-1,39-3,-49 0,-54 1,0-2,0-2,1-1,-53-15,40 10,-2 1,-63-5,81 12,-112-24,99 17,1 2,-81-5,82 10,-46-7,46 3,-48 0,66 6,15-1,0 0,0 1,-1 0,1 0,0 0,0 0,0 1,0 0,0 0,0 0,0 1,0 0,1 0,-10 5,14-7,0 0,-1 1,1-1,-1 1,1-1,0 0,0 1,-1-1,1 1,0-1,0 1,-1-1,1 1,0-1,0 1,0-1,0 1,0-1,0 1,0-1,0 1,0 0,0-1,0 1,0-1,0 1,0-1,1 1,-1-1,0 1,0-1,1 0,-1 1,0-1,0 1,1 0,23 14,28 1,150 13,-128-21,74 18,-98-17,85 6,-24-4,-61-6,53-3,-61-2,0 2,54 8,-71-5,0-2,1 0,-1-2,38-3,-62 2,0 0,0 0,0 0,-1 0,1 0,0 0,0 0,-1 0,1 0,0 0,0-1,-1 1,1 0,0 0,-1-1,1 1,0 0,-1-1,1 1,0-1,-1 1,1-1,-1 1,1-1,-1 0,1 0,-14-11,-33-7,-4 4,-22-8,-100-19,89 19,66 17,0 1,0 0,-1 2,-19-3,-10 1,-57-14,66 11,0 1,-67-2,29 8,-108 4,180-3,0 0,1 1,-1 0,1 0,-1 0,1 0,-1 0,1 1,0-1,0 1,-1 0,1 0,1 0,-1 1,0-1,-4 5,7-6,-1 1,0-1,0 1,1-1,-1 1,1-1,-1 1,1 0,0-1,0 1,-1-1,1 1,0 0,1-1,-1 1,0 0,0-1,1 1,-1-1,1 1,-1 0,1-1,0 1,-1-1,1 0,0 1,0-1,0 0,0 1,0-1,1 0,-1 0,0 0,0 0,1 0,-1 0,3 1,25 19,0-1,49 25,53 15,3-7,1-5,154 33,-107-37,18 3,-15-9,22 5,-157-31,92 8,-158-23,0-2,0 0,-21-11,-55-17,20 17,-77-30,-16-2,-13 1,78 24,-199-55,56 23,66 17,140 24,32 11,-1 0,1 1,0 0,-1 0,1 0,-1 1,0 0,1 0,-1 0,0 1,-7 0,13 0,0 1,0-1,0 0,0 1,0-1,1 1,-1-1,0 0,0 1,0-1,0 1,1-1,-1 0,0 1,0-1,1 0,-1 1,0-1,1 0,-1 1,0-1,1 0,-1 0,1 0,-1 1,0-1,1 0,-1 0,1 0,-1 0,1 0,-1 0,0 0,1 0,-1 0,1 0,0 0,22 10,255 66,-240-67,-8-2,220 44,-221-46,42 13,-47-11,-1-1,49 5,100 12,-117-13,107 4,-16-2,8 0,-110-10,-31-1,0 0,0-1,0 0,0-1,1 0,23-7,-36 8,0 0,1 0,-1-1,0 1,0 0,0-1,-1 1,1-1,0 1,0-1,0 0,0 1,0-1,-1 0,1 1,0-1,0 0,-1 0,1 0,-1 0,1 0,-1 0,1 0,-1 0,1 0,-1 0,0 0,0 0,0 0,1 0,-1 0,0 0,0 0,0 0,-1 0,1 0,0 0,0 0,0 0,-1 0,1 0,-1 0,1 0,-1 0,1 0,-1 0,1 0,-1 0,0 1,1-1,-1 0,0 0,-1 0,-3-4,-1 0,1 0,-1 1,0 0,0 0,-10-5,-167-54,139 46,-52-12,-14-4,-511-154,598 181,-230-53,199 48,44 8,-1 1,1 0,0 1,-1 0,0 0,1 1,-1 1,-17 3,28-4,-1 0,1 0,-1 0,1 0,0 0,-1 0,1 0,-1 0,1 0,-1 0,1 1,0-1,-1 0,1 0,0 1,-1-1,1 0,-1 0,1 1,0-1,0 0,-1 1,1-1,0 1,0-1,-1 0,1 1,0-1,0 1,0-1,0 1,0-1,-1 0,1 1,0-1,0 1,0 0,15 12,33 8,-44-19,63 20,136 28,-87-24,31 1,15 5,-78-14,102 8,-43-8,126 10,-46-7,17 2,259-8,-445-15,65-1,136 16,-147-6,146-7,-128-3,-126 1,0 0,0 0,0 0,0 0,0 0,0 0,0 0,0-1,0 1,0 0,0 0,0 0,-1 0,1 0,0 0,0 0,0 0,0 0,0 0,0 0,0 0,0-1,0 1,0 0,0 0,0 0,0 0,0 0,0 0,0 0,1 0,-1 0,0 0,0 0,0 0,0-1,0 1,0 0,0 0,0 0,0 0,0 0,0 0,0 0,0 0,0 0,0 0,0 0,0 0,1 0,-1 0,0 0,0 0,0 0,0 0,0 0,-11-7,-16-6,-109-36,-230-49,167 48,137 37,20 4,0 1,-78-4,69 11,-1-3,-52-9,90 10,0 0,-1 2,1-1,-1 2,1 0,-1 0,1 2,-24 4,36-6,1 1,0-1,-1 1,1-1,-1 1,1-1,0 1,0 0,-1 0,1 0,0-1,0 1,0 0,0 1,0-1,0 0,0 0,1 0,-1 0,0 1,0-1,1 0,-1 1,1-1,0 1,-1-1,1 0,0 1,0-1,0 1,-1-1,2 1,-1-1,0 1,0-1,0 0,1 1,-1-1,1 1,-1-1,1 0,-1 1,1-1,0 0,0 0,0 1,1 0,2 4,1 0,0-1,0 0,1 0,-1 0,1-1,0 0,7 4,26 12,2-1,0-3,80 21,-74-25,75 15,-11-4,7 1,82 0,-67-1,-98-15,1-2,67 4,-70-8,48 8,-50-5,51 1,-138-9,-75-13,68 11,49 4,43 1,80 3,170-6,-260 0,1-1,-1-1,0-1,25-12,-3 3,-24 9,1 1,-1-2,-1 0,21-10,-35 15,0 1,1 0,-1 0,0-1,0 1,1-1,-1 0,0 1,-1-1,1 0,0 0,-1 0,1-1,-1 1,1 0,-1-1,0 1,0 0,0-1,0 1,-1-1,1 0,-1 1,1-1,-1 1,0-1,0 0,0 1,-1-5,-1 3,0 1,0-1,0 1,-1 0,1-1,-1 1,0 0,0 1,0-1,0 0,0 1,0 0,-1 0,1 0,-7-3,-58-20,5 7,14 5,-89-35,116 39,-1 1,-42-9,41 12,0-1,-36-15,21 7,0 2,-1 1,-81-11,-1 0,69 8,-40-9,85 21,0 1,0 0,0 1,0 0,0 0,0 1,0 0,-14 3,22-4,-1 0,1 0,-1 0,0 0,1 1,-1-1,0 0,1 0,-1 1,1-1,-1 0,1 0,-1 1,1-1,-1 1,1-1,-1 1,1-1,-1 1,1-1,0 1,-1-1,1 1,0-1,-1 1,1-1,0 1,0 0,0-1,-1 1,1 0,0-1,0 2,15 16,32 9,-3-7,18 7,73 21,245 56,41-24,-391-75,337 48,-278-45,-40-5,-1 2,62 16,-80-15,-1-1,1-2,34 0,-27-1,53 8,-10-2,-61-6,-23-2,-30-1,1-2,-1-2,0-1,1-1,0-2,-33-13,26 8,-1 3,-55-8,-14-4,-39-4,-7-2,113 21,0 1,-1 3,0 2,-78 5,16 0,101-3,1 1,0-1,0 1,0-1,0 1,0 0,0 1,0-1,0 1,1 0,-1 0,-6 4,9-5,0 0,1-1,-1 1,0 0,1 0,-1-1,0 1,1 0,-1 0,1 0,-1 0,1 0,0 0,-1 0,1 0,0 0,0 0,0 0,0 0,0 0,0 2,0-2,1 1,0 0,0 0,0 0,0-1,0 1,0 0,0-1,0 1,1-1,-1 1,1-1,-1 0,1 1,2 0,12 8,-1 0,2-2,-1 0,1-1,23 7,93 18,-126-30,170 45,-142-38,42 4,-49-9,0 1,-1 1,35 13,-22-6,2-1,-1-2,54 5,-10-2,-51-9,0-1,61-3,26 2,-92 2,54 15,-58-12,1-1,49 5,85 4,-130-11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3T23:27:46.4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971 78,'-71'-22,"3"15,-174-12,213 20,-3 0,0-1,-1-2,1-1,-34-8,27 5,-1 1,0 2,0 1,-52 6,-2-1,73-3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00:13.45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1 217,'4'-1,"0"0,0-1,0 1,1-1,-1 0,-1 0,1 0,6-5,9-4,38-13,0 3,63-13,18 6,70-2,-175 25,48-13,-56 11,0 2,1 0,45-2,13 6,118 4,-83 19,-34-8,-27-3,107 13,96 24,-95-25,-114-15,85 23,-102-20,-23-6,1-1,0 0,0-1,22 2,50 7,-58-7,48 2,-746-8,845 1,-153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3:51.62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72,'147'3,"158"-7,-221-7,-49 5,60-1,854 8,-931-2,0-1,31-7,32-3,-66 11,12 1,1-1,-1-2,28-6,-15 2,-22 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3:52.7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96,'27'0,"0"-1,0-1,43-10,-26 5,0 2,1 2,-1 2,48 5,12-1,442-3,-522-2,1-1,31-7,4 0,82-14,-44 4,-80 18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3:54.23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40,'70'21,"74"-16,-102-5,-1 1,68 10,-69-5,1-2,49-1,-45-2,72 9,-43-2,1-2,116-8,-58-1,389 3,-504-1,0-1,31-7,32-3,-62 11,1-2,-1-1,0 0,20-8,-20 6,-1 1,2 1,-1 0,25-1,-21 4,0-2,-1-1,1 0,-1-2,22-9,-29 10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3:56.0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1,'808'0,"-790"1,-1 1,0 1,1 0,31 12,-31-9,-1-1,1 0,0-2,29 3,-9-5,0-1,0-2,72-13,-89 11,0 2,0-1,23 2,-23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3:58.2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54,'46'0,"-11"1,-1-1,0-2,66-12,-76 9,1 2,46-1,-45 3,0-1,39-7,-20 2,-1 2,1 2,88 6,-29 0,-49-3,0-1,1 2,86 13,-101-8,0-2,54-2,-55-3,1 3,57 9,-63-6,0-2,1-1,38-3,54 2,-91 4,45 12,-46-8,47 5,273-10,-189-7,-144 3,-3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23:11:09.49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15,'4'-4,"5"-2,2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01:00.7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31,'0'2,"1"-1,0 1,0 0,0 0,0-1,0 1,0-1,1 1,-1-1,1 1,-1-1,1 0,-1 0,1 0,-1 0,1 0,0 0,0 0,3 1,37 12,-27-10,23 4,0-1,0-2,46 1,415-7,-477-1,0 0,28-6,-27 3,-1 2,28-2,449 6,-472-2,54-10,-54 6,52-3,4 9,-30 0,1-2,88-13,-108 9,0 2,37 1,-42 2,1-1,-1-1,39-9,-29 5,1 1,0 2,0 1,52 6,3-1,665-3,-741 1,0 1,1 1,-1 1,28 9,-27-6,1-2,0 0,30 2,36 6,-63-9,1 0,28 0,-29-2,46 8,-46-6,48 4,-6-9,-32 0,0 1,0 1,0 2,36 8,-43-6,0-1,0-1,47-2,-46-2,0 1,0 2,41 8,-28-4,0-1,0-2,0-2,46-4,9 0,450 3,-565 2,0 0,0 1,1 1,-32 11,-42 8,38-14,19-3,-65 3,70-7,-45 7,-25 3,42-8,-86 16,32-2,15-10,-29 3,80-5,-47 0,48-4,-49 8,-59 14,111-17,0-3,0-1,-82-6,27 1,-1396 2,1462-2,-50-8,-12-1,-15-2,71 7,-52-1,-34 9,-102-3,141-10,49 5,-58-1,-215 8,288-1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2:22:24.8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1142 0,'-50'11,"8"-1,-297-5,185-7,-403 2,2198 0,-1620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23:04:30.6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28,'45'0,"9"1,-1-3,81-11,-72 5,-1 3,124 6,-66 1,593-2,-703 1,0-1,0 1,0 0,-1 1,10 3,-3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23:24:37.9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 0,'1044'-23'0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0:54.69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49,'123'2,"134"-5,-186-9,-50 8,0 0,32 0,589 5,-624-2,1-1,30-7,30-3,-59 11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0:56.37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25,'48'0,"-1"1,67 12,-70-7,84 1,-82-6,72 9,-49-2,0-3,105-6,-56-2,-104 2,0-1,0 0,0-1,0-1,-1 0,1-1,17-9,-16 7,0 1,1 0,0 1,31-6,-28 10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0:58.36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25,'595'0,"-573"-2,0 0,29-6,-29 3,1 2,26-2,830 6,-860 0,-1 1,31 7,31 3,11 0,-67-7,-1-1,29 0,209-5,-241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0:59.60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72,'690'0,"-662"-1,51-10,-50 6,49-2,-63 6,1 0,-1-1,0-1,1-1,-1 0,20-9,-10 4,13 1,-19 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1:01.4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0,'0'5,"4"0,1 4,4 1,1-2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1:02.87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0,'12'1,"-1"0,0 1,20 6,21 2,36 2,-46-5,69 1,55-9,-146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17:51:04.9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0,'3608'0,"-3587"0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2:23:23.24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903 120,'61'1,"66"-2,-112-3,-14-1,-24-8,-39-9,26 13,-71-11,-13-2,74 14,13 2,0 1,-44 0,38 7,1 2,-1 1,1 2,0 2,0 2,-62 26,-49 32,141-66,-1 0,1 0,1 1,-1 0,1 0,-1 1,1 0,0 0,1 1,-9 8,15-13,0-1,0 1,0-1,-1 1,1-1,0 0,0 1,0-1,0 1,0-1,0 1,0-1,0 0,0 1,0-1,1 1,-1-1,0 0,0 1,0-1,0 1,1-1,-1 0,0 1,0-1,1 0,-1 1,0-1,1 0,-1 1,0-1,1 0,-1 0,0 1,1-1,-1 0,0 0,1 0,-1 0,1 0,-1 1,1-1,-1 0,0 0,1 0,-1 0,1 0,-1 0,1 0,-1-1,28 4,-26-3,65-3,-49 2,0 0,0 0,0 2,0 0,18 4,-21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0:40.23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0,'8357'0'0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0:45.0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0,'8238'0'0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0:50.98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0,'8333'0'0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0:51.86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0:59.3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 78,'42'-2,"0"-2,0-2,79-21,-94 22,-1 2,1 0,27 1,-22 1,55-8,-27 2,1 1,0 4,65 5,-7 0,-3-5,125 5,-164 8,-48-6,54 3,534-9,-589 3,52 8,-52-5,50 2,-31-7,-16-1,0 2,0 1,52 10,-60-8,1-1,0-1,33-1,-32-2,0 2,-1 1,26 4,-6 1,0-2,0-2,75-4,56 3,-104 9,-49-7,0 0,29 0,544-5,-575 0,1-1,35-9,-11 2,-26 5,-16 3,0 0,0 0,0 1,0-1,0 1,0 0,1 0,-1 0,3 0,-4 1,-1-1,0 1,0 0,0 0,0-1,0 1,0 0,0 0,0 0,0 0,0 0,0 0,0 1,-1-1,1 0,-1 0,1 0,-1 1,1-1,-1 0,1 1,-1-1,0 0,0 1,0-1,0 2,4 44,-3-1,-4 48,-1 6,4 399,0-496,0 0,0 1,0-1,-1 1,1-1,-1 1,0-1,0 0,0 0,-1 1,1-1,-1 0,1 0,-1 0,0 0,-1-1,1 1,0-1,-1 1,1-1,-1 0,-3 3,-1-2,0 1,1-1,-2-1,1 1,0-1,0 0,-1-1,1 0,-12 0,-70 11,-13 1,11-2,66-6,-48 2,-1-8,37 0,1 1,-1 1,1 2,-39 9,-91 12,120-17,1-2,-2-2,-81-6,23 0,-1082 3,1169-1,0-1,-31-7,-31-3,-232 11,148 2,147-2,-1 0,-32-9,-30-2,-29 13,-43-2,81-11,49 8,0 0,-29 0,-69 6,-93-4,211 2,-1 0,1-1,0 1,0-1,-1 0,1 0,0 0,0 0,0 0,0 0,0 0,0-1,0 1,0-1,0 1,1-1,-1 0,0 0,1 0,0 0,-1 0,1 0,0 0,0 0,0 0,1-1,-1 1,0 0,1-1,-1-2,-1-10,1-1,1 0,2-29,-1 33,0 0,-1-1,-2-17,-42-164,38 165,5 26,0-1,0 0,0 0,0 1,1-1,0 0,0 0,0-5,1 7,-1 0,1 0,0 0,0 0,0 0,1 0,-1 1,0-1,1 0,-1 1,1-1,-1 1,1-1,0 1,-1 0,1 0,0 0,0 0,2-1,17-6,0 0,0 1,0 2,1 0,0 1,0 2,0 0,0 1,26 2,49-3,-10-9,-51 5,55-1,1215 8,-1278 1,51 8,-50-5,48 2,1015-7,-1072 1,-1 1,38 9,-10-1,71 14,-65-13,26 2,-599-16,265 5,-600-2,841 1,0 1,0 1,0 0,1 0,-1 1,1 1,-22 11,22-10,0 0,-1-1,0 0,0-1,0-1,0 0,-19 1,-98-6,-71 3,132 10,48-6,0-2,-30 1,-120-9,202-5,1 1,0 1,0 2,1 1,34-2,164 7,-103 3,1416-3,-1526-1,1-1,32-7,30-4,-35 10,53-11,-92 13,140-19,-84 8,0 3,1 2,97 3,-90 4,-49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02.03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0,'4061'0'0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05.84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0,'4106'-24'0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08.7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0,'4059'0'0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12.77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0,'4059'25'0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20.18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0,'2660'0'0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25.03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0,'2564'0'0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29.42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0,'0'343'0,"2532"-343"0,-2532-343 0,-2532 343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1:31.17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0,'0'4,"0"6,0 4,4 1,1-3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1:43.7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2,'1592'0,"-1564"1,51 10,-50-6,49 2,1227-8,-1283 0,0-1,28-7,-27 5,0 0,26 0,593 5,-639-1,0-1,0 1,0 0,0 1,0-1,-1 0,1 1,0 0,0 0,0 0,0 0,-1 0,1 0,-1 1,1-1,-1 1,1 0,-1-1,0 1,0 0,3 3,-3 0,0-1,0 1,0 0,-1 0,1 0,-1 0,0 0,-1 0,1 0,-1 0,0 9,-5 140,1-54,9 101,-2-182,0 1,2-1,7 21,-6-23,-1-1,-1 1,0 0,2 31,10 110,-9-102,2-16,-7-31,1 0,-1 1,-1 0,0 0,0 16,-1-23,0-1,-1 0,1 0,-1 1,0-1,1 0,-1 0,0 0,-1 0,1 1,0-2,0 1,-1 0,1 0,-1 0,0-1,1 1,-1-1,0 1,0-1,0 0,0 1,0-1,0 0,0-1,-1 1,1 0,-4 0,-12 3,0-2,0 0,-30-1,29-1,-1 0,1 2,-20 4,-7 0,0-1,0-2,-84-6,27 1,-466 2,541 1,-52 10,53-6,-52 3,-1251-9,1302 2,-51 10,50-6,-48 2,-350-8,393-1,-58-10,28 2,1-1,40 6,0 1,-34 0,23 4,4 0,1 0,-1-2,-47-9,-65-37,113 41,-18-8,45 14,-1-1,1 1,0-1,0 1,0-1,1 0,-1 0,0 1,0-1,1-1,0 1,-1 0,1 0,0 0,0-1,0 1,-1-4,-15-56,-14-113,30 162,-2-3,2 1,0-1,0 0,2 0,0 1,0-1,6-20,-6 33,1 1,-1 0,1 0,0-1,-1 1,1 0,0 1,0-1,1 0,-1 0,0 1,1 0,-1-1,0 1,1 0,0 0,-1 0,1 0,0 1,-1-1,1 1,0 0,2 0,13-1,-1 0,28 4,-20-1,820 3,-454-8,511 3,-874 2,52 8,-51-5,48 2,872-8,-924 0,-1-2,0-1,-1-1,26-8,43-9,18 0,-159 24,-54-3,24 0,51-1,-51-8,50 5,-48-3,-87 11,-123-5,205-10,50 7,-53-3,-5 7,-96-15,103 9,-151 6,100 4,100-5,-52-9,52 6,-49-2,62 5,1-1,-1 0,1-1,0-2,1 0,-24-10,-16-5,18 10,-56-7,-64-1,77 6,-70-16,128 23,1 2,-41-2,38 4,-50-10,59 9,-1 1,0 0,-27 2,34 1,-1 0,1-2,-1 0,1 0,0-1,-1 0,1-2,-21-7,95 5,684 7,-718 0,51 10,20 1,63-12,-76-2,167 18,-135-5,14 2,-97-9,1-1,60-2,25 1,-49 9,-50-6,0-2,32 2,-19-3,0 2,60 14,-62-11,1 0,0-3,39 2,-50-5,1 1,28 6,-27-3,46 2,-47-6,0 2,25 5,-25-4,0 0,27 0,-10-4,-1 3,49 7,-40-4,1-1,86-5,-58-2,-73 3,0-1,0 0,0 0,-1 0,1-1,0 1,0-1,0 0,0 0,0 0,-1-1,1 1,0-1,-1 0,1 0,-1 0,0-1,0 1,0-1,0 1,0-1,-1 0,1 0,-1-1,0 1,1 0,-2-1,1 1,0-1,1-6,4-4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21:11:54.0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0,'0'1026'0,"5529"-1026"0,-5529-1026 0,-5529 1026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1:58.5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226 120,'10'0,"10"1,1-1,-1-1,0 0,-1-2,1 0,0-2,-1 0,20-8,-25 8,0 0,0 2,0-1,0 2,29-2,26-5,135-25,-142 24,-37 5,0 1,29 0,1348 5,-1369 1,60 11,-30-4,39 14,-79-16,0-2,0 0,43 3,69 4,-86-6,53 0,-56-5,-1 1,59 12,-47-8,0-2,93-6,-39-1,838 3,-927-1,0-1,29-7,-29 5,1 0,26 0,380 5,-448 0,0 1,-28 7,-37 3,69-12,-12 1,0 0,-1 2,-27 6,26-4,0-1,-1-2,-49-1,50-2,-1 1,0 2,-47 9,46-6,1-1,-1-2,0-1,-36-3,34 0,0 2,0 1,-49 8,10 1,0-3,-1-3,-92-7,28 0,81 3,1-2,-59-11,68 8,-1 1,-73 5,-39-3,67-8,-64-3,80 12,-93-12,21 2,-11-2,79 5,-1 3,-102 7,51 0,91-4,-51-9,50 5,-46 0,-912 7,983 0,-1 1,1 1,0 0,-33 12,33-9,-1-1,0-1,0 0,-28 2,-5-5,-184-4,233 3,-1-1,1 1,-1 0,0-1,1 0,-1 0,1 1,0-1,-5-3,2-1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21:12:24.99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6/17/2026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8ED26-FDCF-4C3D-8692-8CA9C76D640F}" type="datetime1">
              <a:rPr lang="en-US" smtClean="0"/>
              <a:t>6/17/2026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8CA8-7FE6-4A40-AF74-8B38E86A1BDE}" type="datetime1">
              <a:rPr lang="en-US" smtClean="0"/>
              <a:t>6/17/2026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98B2-20DF-47DF-AED3-61A31612C1F7}" type="datetime1">
              <a:rPr lang="en-US" smtClean="0"/>
              <a:t>6/17/2026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5469-9F17-4F98-BE3B-98331A24AF45}" type="datetime1">
              <a:rPr lang="en-US" smtClean="0"/>
              <a:t>6/17/2026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612D-1DDB-4E58-B74D-27A2E0D1BAD4}" type="datetime1">
              <a:rPr lang="en-US" smtClean="0"/>
              <a:t>6/17/2026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63A7-F3B3-47C5-88A9-24F3F772CD15}" type="datetime1">
              <a:rPr lang="en-US" smtClean="0"/>
              <a:t>6/17/2026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5985-C2F7-42A4-8132-11663E33D25B}" type="datetime1">
              <a:rPr lang="en-US" smtClean="0"/>
              <a:t>6/17/2026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705E-538B-4AC9-9E08-13660912A0EC}" type="datetime1">
              <a:rPr lang="en-US" smtClean="0"/>
              <a:t>6/17/2026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5AF2-7680-424B-922C-16FF7A279643}" type="datetime1">
              <a:rPr lang="en-US" smtClean="0"/>
              <a:t>6/17/2026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A6DB-2FE7-46D1-8A81-F3FBF6D93621}" type="datetime1">
              <a:rPr lang="en-US" smtClean="0"/>
              <a:t>6/17/2026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EB8D-25AB-42F5-9E98-637268F1D594}" type="datetime1">
              <a:rPr lang="en-US" smtClean="0"/>
              <a:t>6/17/2026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1C9C5-97C1-4036-8F72-D77A0851B8C6}" type="datetime1">
              <a:rPr lang="en-US" smtClean="0"/>
              <a:t>6/17/2026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5.xml"/><Relationship Id="rId3" Type="http://schemas.openxmlformats.org/officeDocument/2006/relationships/image" Target="../media/image6.png"/><Relationship Id="rId21" Type="http://schemas.openxmlformats.org/officeDocument/2006/relationships/customXml" Target="../ink/ink12.xml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24" Type="http://schemas.openxmlformats.org/officeDocument/2006/relationships/customXml" Target="../ink/ink14.xml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4.png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3.xml"/><Relationship Id="rId27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60.png"/><Relationship Id="rId7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customXml" Target="../ink/ink23.xml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31.png"/><Relationship Id="rId18" Type="http://schemas.openxmlformats.org/officeDocument/2006/relationships/customXml" Target="../ink/ink32.xml"/><Relationship Id="rId3" Type="http://schemas.openxmlformats.org/officeDocument/2006/relationships/image" Target="../media/image28.png"/><Relationship Id="rId21" Type="http://schemas.openxmlformats.org/officeDocument/2006/relationships/image" Target="../media/image35.png"/><Relationship Id="rId7" Type="http://schemas.openxmlformats.org/officeDocument/2006/relationships/image" Target="../media/image270.png"/><Relationship Id="rId12" Type="http://schemas.openxmlformats.org/officeDocument/2006/relationships/customXml" Target="../ink/ink29.xml"/><Relationship Id="rId17" Type="http://schemas.openxmlformats.org/officeDocument/2006/relationships/image" Target="../media/image33.png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30.png"/><Relationship Id="rId5" Type="http://schemas.openxmlformats.org/officeDocument/2006/relationships/image" Target="../media/image170.png"/><Relationship Id="rId15" Type="http://schemas.openxmlformats.org/officeDocument/2006/relationships/image" Target="../media/image32.png"/><Relationship Id="rId10" Type="http://schemas.openxmlformats.org/officeDocument/2006/relationships/customXml" Target="../ink/ink28.xml"/><Relationship Id="rId19" Type="http://schemas.openxmlformats.org/officeDocument/2006/relationships/image" Target="../media/image34.png"/><Relationship Id="rId4" Type="http://schemas.openxmlformats.org/officeDocument/2006/relationships/customXml" Target="../ink/ink25.xml"/><Relationship Id="rId9" Type="http://schemas.openxmlformats.org/officeDocument/2006/relationships/image" Target="../media/image29.png"/><Relationship Id="rId14" Type="http://schemas.openxmlformats.org/officeDocument/2006/relationships/customXml" Target="../ink/ink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.xml"/><Relationship Id="rId18" Type="http://schemas.openxmlformats.org/officeDocument/2006/relationships/image" Target="../media/image50.png"/><Relationship Id="rId26" Type="http://schemas.openxmlformats.org/officeDocument/2006/relationships/image" Target="../media/image54.png"/><Relationship Id="rId3" Type="http://schemas.openxmlformats.org/officeDocument/2006/relationships/customXml" Target="../ink/ink34.xml"/><Relationship Id="rId21" Type="http://schemas.openxmlformats.org/officeDocument/2006/relationships/customXml" Target="../ink/ink43.xml"/><Relationship Id="rId34" Type="http://schemas.openxmlformats.org/officeDocument/2006/relationships/image" Target="../media/image58.png"/><Relationship Id="rId7" Type="http://schemas.openxmlformats.org/officeDocument/2006/relationships/customXml" Target="../ink/ink36.xml"/><Relationship Id="rId12" Type="http://schemas.openxmlformats.org/officeDocument/2006/relationships/image" Target="../media/image47.png"/><Relationship Id="rId17" Type="http://schemas.openxmlformats.org/officeDocument/2006/relationships/customXml" Target="../ink/ink41.xml"/><Relationship Id="rId25" Type="http://schemas.openxmlformats.org/officeDocument/2006/relationships/customXml" Target="../ink/ink45.xml"/><Relationship Id="rId33" Type="http://schemas.openxmlformats.org/officeDocument/2006/relationships/customXml" Target="../ink/ink49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29" Type="http://schemas.openxmlformats.org/officeDocument/2006/relationships/customXml" Target="../ink/ink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customXml" Target="../ink/ink38.xml"/><Relationship Id="rId24" Type="http://schemas.openxmlformats.org/officeDocument/2006/relationships/image" Target="../media/image53.png"/><Relationship Id="rId32" Type="http://schemas.openxmlformats.org/officeDocument/2006/relationships/image" Target="../media/image57.png"/><Relationship Id="rId5" Type="http://schemas.openxmlformats.org/officeDocument/2006/relationships/customXml" Target="../ink/ink35.xml"/><Relationship Id="rId15" Type="http://schemas.openxmlformats.org/officeDocument/2006/relationships/customXml" Target="../ink/ink40.xml"/><Relationship Id="rId23" Type="http://schemas.openxmlformats.org/officeDocument/2006/relationships/customXml" Target="../ink/ink44.xml"/><Relationship Id="rId28" Type="http://schemas.openxmlformats.org/officeDocument/2006/relationships/image" Target="../media/image55.png"/><Relationship Id="rId10" Type="http://schemas.openxmlformats.org/officeDocument/2006/relationships/image" Target="../media/image46.png"/><Relationship Id="rId19" Type="http://schemas.openxmlformats.org/officeDocument/2006/relationships/customXml" Target="../ink/ink42.xml"/><Relationship Id="rId31" Type="http://schemas.openxmlformats.org/officeDocument/2006/relationships/customXml" Target="../ink/ink48.xml"/><Relationship Id="rId4" Type="http://schemas.openxmlformats.org/officeDocument/2006/relationships/image" Target="../media/image43.png"/><Relationship Id="rId9" Type="http://schemas.openxmlformats.org/officeDocument/2006/relationships/customXml" Target="../ink/ink37.xml"/><Relationship Id="rId14" Type="http://schemas.openxmlformats.org/officeDocument/2006/relationships/image" Target="../media/image48.png"/><Relationship Id="rId22" Type="http://schemas.openxmlformats.org/officeDocument/2006/relationships/image" Target="../media/image52.png"/><Relationship Id="rId27" Type="http://schemas.openxmlformats.org/officeDocument/2006/relationships/customXml" Target="../ink/ink46.xml"/><Relationship Id="rId30" Type="http://schemas.openxmlformats.org/officeDocument/2006/relationships/image" Target="../media/image56.png"/><Relationship Id="rId35" Type="http://schemas.openxmlformats.org/officeDocument/2006/relationships/customXml" Target="../ink/ink50.xml"/><Relationship Id="rId8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Hardware Design and Verification of Dilithium – Post Quantum Digital Signature Algorithm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496" y="2996952"/>
            <a:ext cx="9217005" cy="3024336"/>
          </a:xfrm>
        </p:spPr>
        <p:txBody>
          <a:bodyPr>
            <a:normAutofit fontScale="62500" lnSpcReduction="20000"/>
          </a:bodyPr>
          <a:lstStyle/>
          <a:p>
            <a:r>
              <a:rPr lang="en-US" b="1" cap="none" dirty="0" err="1"/>
              <a:t>M.Engg</a:t>
            </a:r>
            <a:r>
              <a:rPr lang="en-US" b="1" cap="none" dirty="0"/>
              <a:t> IC Design Thesis by</a:t>
            </a:r>
            <a:br>
              <a:rPr lang="en-US" cap="none" dirty="0"/>
            </a:br>
            <a:br>
              <a:rPr lang="en-US" dirty="0"/>
            </a:br>
            <a:r>
              <a:rPr lang="en-US" sz="3200" dirty="0">
                <a:solidFill>
                  <a:schemeClr val="tx1"/>
                </a:solidFill>
              </a:rPr>
              <a:t>MUHAMMAD ABDUL AHAD (EL-25B5008)</a:t>
            </a:r>
            <a:br>
              <a:rPr lang="en-US" dirty="0"/>
            </a:br>
            <a:br>
              <a:rPr lang="en-US" dirty="0"/>
            </a:br>
            <a:r>
              <a:rPr lang="en-US" b="1" cap="none" dirty="0"/>
              <a:t>Supervised by</a:t>
            </a:r>
            <a:br>
              <a:rPr lang="en-US" cap="none" dirty="0"/>
            </a:br>
            <a:endParaRPr lang="en-US" sz="3200" cap="none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Assistant Prof Dr. Fahim ul </a:t>
            </a:r>
            <a:r>
              <a:rPr lang="en-US" sz="3200" dirty="0" err="1">
                <a:solidFill>
                  <a:schemeClr val="tx1"/>
                </a:solidFill>
              </a:rPr>
              <a:t>haq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br>
              <a:rPr lang="en-US" sz="3200" b="1" cap="none" dirty="0"/>
            </a:br>
            <a:r>
              <a:rPr lang="en-US" sz="2700" b="1" cap="none" dirty="0"/>
              <a:t>Co-supervised by</a:t>
            </a:r>
            <a:br>
              <a:rPr lang="en-US" sz="3200" b="1" cap="none" dirty="0"/>
            </a:br>
            <a:endParaRPr lang="en-US" sz="3200" b="1" cap="none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DR . SONIYA Shafi </a:t>
            </a:r>
            <a:br>
              <a:rPr lang="en-US" sz="3200" dirty="0">
                <a:solidFill>
                  <a:schemeClr val="tx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EDC0F-B35B-86B4-D41F-F0E2341A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2056104"/>
            <a:ext cx="10360501" cy="4462272"/>
          </a:xfrm>
        </p:spPr>
        <p:txBody>
          <a:bodyPr>
            <a:normAutofit/>
          </a:bodyPr>
          <a:lstStyle/>
          <a:p>
            <a:r>
              <a:rPr lang="en-US" sz="2400" dirty="0"/>
              <a:t>Data security demands are rapidly increasing.</a:t>
            </a:r>
          </a:p>
          <a:p>
            <a:r>
              <a:rPr lang="en-US" sz="2400" dirty="0"/>
              <a:t>Quantum computers threaten current cryptographic algorithms.</a:t>
            </a:r>
          </a:p>
          <a:p>
            <a:r>
              <a:rPr lang="en-US" sz="2400" dirty="0"/>
              <a:t>Sensitive data can be harvested today and decrypted later.</a:t>
            </a:r>
          </a:p>
          <a:p>
            <a:r>
              <a:rPr lang="en-US" sz="2400" dirty="0"/>
              <a:t>Post-quantum cryptography is designed to provide long-term security against quantum attacks.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3B01A6-6AF1-CAD6-289F-DAF50C72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96CB-62F9-39F8-6D39-7A634888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00" y="332656"/>
            <a:ext cx="4062942" cy="810592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is Dilithium?</a:t>
            </a:r>
            <a:endParaRPr lang="en-PK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563E1-1CD1-B6F9-11FC-09ED93F07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8502" y="1201692"/>
            <a:ext cx="4242124" cy="458292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Dilithium is a module lattice based post-quantum digital signature algorithm.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digital signature ensures three things: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dirty="0"/>
              <a:t>Authentication – Verifies who sent the message.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dirty="0"/>
              <a:t>Integrity – Ensures the message was not changed.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dirty="0"/>
              <a:t>Non-repudiation – Sender cannot deny sending the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Dilithium</a:t>
            </a:r>
            <a:r>
              <a:rPr lang="en-US" sz="2400" dirty="0"/>
              <a:t> Operations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Key generation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Message signing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Verification</a:t>
            </a:r>
            <a:endParaRPr lang="en-PK" sz="2000" dirty="0"/>
          </a:p>
        </p:txBody>
      </p:sp>
      <p:pic>
        <p:nvPicPr>
          <p:cNvPr id="3076" name="Picture 4" descr="What is Digital Signature Algorithm ? | by Blockchain Behind The Scenes |  Medium">
            <a:extLst>
              <a:ext uri="{FF2B5EF4-FFF2-40B4-BE49-F238E27FC236}">
                <a16:creationId xmlns:a16="http://schemas.microsoft.com/office/drawing/2014/main" id="{F544D5F5-B23D-63EE-0165-0284747CA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396" y="1417225"/>
            <a:ext cx="5732717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9E8B3-E1A8-BF23-946B-A33602CE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168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1D46-01B1-B062-3BC6-27D785DAF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7565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PROBLEM STATEMENT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36F7C-E9E0-4C0F-2E56-E243F2D1A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934" y="1484784"/>
            <a:ext cx="8735325" cy="1731888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>
                <a:solidFill>
                  <a:schemeClr val="tx1"/>
                </a:solidFill>
              </a:rPr>
              <a:t>Software based implementations of CRYSTALS Dilithium suffer from high computational complexity, increased latency, and elevated power consumption</a:t>
            </a:r>
            <a:endParaRPr lang="en-PK" sz="2400" cap="none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C48F6D-D638-85F7-22E5-0DD3D9C99C84}"/>
              </a:ext>
            </a:extLst>
          </p:cNvPr>
          <p:cNvSpPr txBox="1">
            <a:spLocks/>
          </p:cNvSpPr>
          <p:nvPr/>
        </p:nvSpPr>
        <p:spPr>
          <a:xfrm>
            <a:off x="1625176" y="2838388"/>
            <a:ext cx="8735325" cy="756568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OBJECTIVE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DF0CE77-C18A-03C8-0C43-D2CD0A197162}"/>
              </a:ext>
            </a:extLst>
          </p:cNvPr>
          <p:cNvSpPr txBox="1">
            <a:spLocks/>
          </p:cNvSpPr>
          <p:nvPr/>
        </p:nvSpPr>
        <p:spPr>
          <a:xfrm>
            <a:off x="1643934" y="3704332"/>
            <a:ext cx="8914974" cy="1731888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none" dirty="0">
                <a:solidFill>
                  <a:schemeClr val="tx1"/>
                </a:solidFill>
              </a:rPr>
              <a:t>Design and verify an efficient hardware architecture for Dilithium, implement key modules (polynomial arithmetic &amp; NTT), and evaluate latency, area, and power.</a:t>
            </a:r>
            <a:endParaRPr lang="en-PK" sz="2400" cap="none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37C7E-9EE5-571A-7A11-A8323A76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072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C239-9215-EAD3-052C-784A231A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91D3130-42F6-BBCA-A0D7-14166A27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099" y="-243235"/>
            <a:ext cx="10360501" cy="12239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Hardware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Literature Review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4425CB1-6FCC-F41F-FF8A-71B54215C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9" y="980728"/>
            <a:ext cx="10912918" cy="5675975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E7A21-40F9-2498-50CD-B7EEC3AF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763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CE65-591D-83EF-AA73-2F7A1A01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4B9519-FF52-43FF-A5EE-031D9864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602" y="-459432"/>
            <a:ext cx="3888432" cy="1384179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4201B2-D738-D383-AB45-DA98D581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6</a:t>
            </a:fld>
            <a:endParaRPr lang="en-P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963706-B5D1-D529-20EC-63E389D9B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90" y="811824"/>
            <a:ext cx="11305256" cy="5909653"/>
          </a:xfrm>
        </p:spPr>
      </p:pic>
    </p:spTree>
    <p:extLst>
      <p:ext uri="{BB962C8B-B14F-4D97-AF65-F5344CB8AC3E}">
        <p14:creationId xmlns:p14="http://schemas.microsoft.com/office/powerpoint/2010/main" val="398344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A20C-7563-087C-658C-9299E253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BC4C-96EA-F45C-8CAC-FBB75059B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34506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chemeClr val="accent1"/>
                </a:solidFill>
              </a:rPr>
              <a:t>Dilithium</a:t>
            </a:r>
            <a:r>
              <a:rPr lang="en-US" sz="3600" dirty="0">
                <a:solidFill>
                  <a:schemeClr val="accent1"/>
                </a:solidFill>
              </a:rPr>
              <a:t> High-Level Architecture</a:t>
            </a:r>
            <a:endParaRPr lang="en-PK" sz="36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32EA7-F5C3-DF67-8C83-9EF34FEA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46" y="908720"/>
            <a:ext cx="6706536" cy="555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ECE4F-8045-73FF-FAAE-EBBC0C417926}"/>
              </a:ext>
            </a:extLst>
          </p:cNvPr>
          <p:cNvSpPr txBox="1"/>
          <p:nvPr/>
        </p:nvSpPr>
        <p:spPr>
          <a:xfrm>
            <a:off x="9334772" y="5589240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Fig. </a:t>
            </a:r>
            <a:r>
              <a:rPr lang="en-US" sz="1200" dirty="0" err="1"/>
              <a:t>Dilithium</a:t>
            </a:r>
            <a:r>
              <a:rPr lang="en-US" sz="1200" dirty="0"/>
              <a:t> High-Level Architecture. Courtesy- PALS 2025 [10]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ACD99-5AD9-DAA2-50F7-862D8DD8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7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789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F861-CA69-949B-1653-77B76E0F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1B6D81A-E85B-EBBF-27B9-2B4D69AA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Dilithium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Major Components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BA5B21D-DEE7-6D40-7BAD-AD649EB6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Keccak engine (SHAKE-128/256) (Hashing)				</a:t>
            </a:r>
          </a:p>
          <a:p>
            <a:r>
              <a:rPr lang="en-US" sz="2100" dirty="0"/>
              <a:t>Numeric Theoretic Transform (NTT) module  (Poly Multiplication)</a:t>
            </a:r>
          </a:p>
          <a:p>
            <a:r>
              <a:rPr lang="en-US" sz="2100" dirty="0"/>
              <a:t>Memory</a:t>
            </a:r>
          </a:p>
          <a:p>
            <a:r>
              <a:rPr lang="en-US" sz="2100" dirty="0"/>
              <a:t>Sampler</a:t>
            </a:r>
          </a:p>
          <a:p>
            <a:r>
              <a:rPr lang="en-US" sz="2100" dirty="0"/>
              <a:t>Rounding/decomposition logic</a:t>
            </a:r>
          </a:p>
          <a:p>
            <a:r>
              <a:rPr lang="en-US" sz="2100" dirty="0" err="1"/>
              <a:t>Dilithium</a:t>
            </a:r>
            <a:r>
              <a:rPr lang="en-US" sz="2100" dirty="0"/>
              <a:t> Main Controller</a:t>
            </a:r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D38856B-5A55-9F92-6CB4-BDC49C6364D4}"/>
                  </a:ext>
                </a:extLst>
              </p14:cNvPr>
              <p14:cNvContentPartPr/>
              <p14:nvPr/>
            </p14:nvContentPartPr>
            <p14:xfrm>
              <a:off x="6579619" y="1784510"/>
              <a:ext cx="648000" cy="197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D38856B-5A55-9F92-6CB4-BDC49C6364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5979" y="1676510"/>
                <a:ext cx="7556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2EDFBAC-3F91-3A45-9EC9-0DD0B00B2F6B}"/>
                  </a:ext>
                </a:extLst>
              </p14:cNvPr>
              <p14:cNvContentPartPr/>
              <p14:nvPr/>
            </p14:nvContentPartPr>
            <p14:xfrm>
              <a:off x="6862219" y="1879910"/>
              <a:ext cx="443160" cy="18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EDFBAC-3F91-3A45-9EC9-0DD0B00B2F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8219" y="1771910"/>
                <a:ext cx="5508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430293-4B97-B789-DE87-3B0F1E44CFED}"/>
                  </a:ext>
                </a:extLst>
              </p14:cNvPr>
              <p14:cNvContentPartPr/>
              <p14:nvPr/>
            </p14:nvContentPartPr>
            <p14:xfrm>
              <a:off x="1683259" y="1862630"/>
              <a:ext cx="3632400" cy="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430293-4B97-B789-DE87-3B0F1E44CF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9259" y="1754630"/>
                <a:ext cx="37400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6634B98-6E51-B366-5919-EB3F03D1FA11}"/>
                  </a:ext>
                </a:extLst>
              </p14:cNvPr>
              <p14:cNvContentPartPr/>
              <p14:nvPr/>
            </p14:nvContentPartPr>
            <p14:xfrm>
              <a:off x="1683259" y="1879910"/>
              <a:ext cx="3588840" cy="94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6634B98-6E51-B366-5919-EB3F03D1FA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9259" y="1771910"/>
                <a:ext cx="36964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7A955A-ECD2-27C2-3127-3E9F8F64474E}"/>
                  </a:ext>
                </a:extLst>
              </p14:cNvPr>
              <p14:cNvContentPartPr/>
              <p14:nvPr/>
            </p14:nvContentPartPr>
            <p14:xfrm>
              <a:off x="981844" y="2108150"/>
              <a:ext cx="7995240" cy="430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7A955A-ECD2-27C2-3127-3E9F8F6447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7844" y="2000510"/>
                <a:ext cx="8102880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C12B54C-505C-C92D-44A8-2687CCCD7BC9}"/>
                  </a:ext>
                </a:extLst>
              </p14:cNvPr>
              <p14:cNvContentPartPr/>
              <p14:nvPr/>
            </p14:nvContentPartPr>
            <p14:xfrm>
              <a:off x="1345939" y="1871270"/>
              <a:ext cx="4723920" cy="198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C12B54C-505C-C92D-44A8-2687CCCD7B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92299" y="1763270"/>
                <a:ext cx="483156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DED07D1-CB05-BEFF-B56F-06A7CC9D74E9}"/>
                  </a:ext>
                </a:extLst>
              </p14:cNvPr>
              <p14:cNvContentPartPr/>
              <p14:nvPr/>
            </p14:nvContentPartPr>
            <p14:xfrm>
              <a:off x="8394739" y="2357990"/>
              <a:ext cx="381960" cy="93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DED07D1-CB05-BEFF-B56F-06A7CC9D74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40739" y="2250350"/>
                <a:ext cx="4896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CF1E7FC-FA64-B39A-4BD6-522BCB34D436}"/>
                  </a:ext>
                </a:extLst>
              </p14:cNvPr>
              <p14:cNvContentPartPr/>
              <p14:nvPr/>
            </p14:nvContentPartPr>
            <p14:xfrm>
              <a:off x="3255379" y="246923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CF1E7FC-FA64-B39A-4BD6-522BCB34D4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01739" y="23615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D76DFC4-F64D-FC88-89C7-9E3E5487B1BC}"/>
                  </a:ext>
                </a:extLst>
              </p14:cNvPr>
              <p14:cNvContentPartPr/>
              <p14:nvPr/>
            </p14:nvContentPartPr>
            <p14:xfrm>
              <a:off x="1948219" y="2366990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D76DFC4-F64D-FC88-89C7-9E3E5487B1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94219" y="22589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5425807-6480-6E5B-1D72-E08F9C2F3886}"/>
                  </a:ext>
                </a:extLst>
              </p14:cNvPr>
              <p14:cNvContentPartPr/>
              <p14:nvPr/>
            </p14:nvContentPartPr>
            <p14:xfrm>
              <a:off x="1948219" y="236699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5425807-6480-6E5B-1D72-E08F9C2F38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94219" y="22589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BDD51D3-4E38-B184-79D5-DA95E37AAFFD}"/>
                  </a:ext>
                </a:extLst>
              </p14:cNvPr>
              <p14:cNvContentPartPr/>
              <p14:nvPr/>
            </p14:nvContentPartPr>
            <p14:xfrm>
              <a:off x="1631779" y="1853990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BDD51D3-4E38-B184-79D5-DA95E37AAF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8139" y="17459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2AC71A0-6D66-187A-17FE-EBA0328F16BC}"/>
                  </a:ext>
                </a:extLst>
              </p14:cNvPr>
              <p14:cNvContentPartPr/>
              <p14:nvPr/>
            </p14:nvContentPartPr>
            <p14:xfrm>
              <a:off x="1631779" y="185399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2AC71A0-6D66-187A-17FE-EBA0328F16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8139" y="17459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F0B4A2A-5184-EE42-BF1A-B9B715920D76}"/>
                  </a:ext>
                </a:extLst>
              </p14:cNvPr>
              <p14:cNvContentPartPr/>
              <p14:nvPr/>
            </p14:nvContentPartPr>
            <p14:xfrm>
              <a:off x="1147939" y="2784230"/>
              <a:ext cx="2022840" cy="258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F0B4A2A-5184-EE42-BF1A-B9B715920D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94299" y="2676590"/>
                <a:ext cx="213048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77FAFFE-1C8C-3942-AF0E-13FBB0004A1A}"/>
                  </a:ext>
                </a:extLst>
              </p14:cNvPr>
              <p14:cNvContentPartPr/>
              <p14:nvPr/>
            </p14:nvContentPartPr>
            <p14:xfrm>
              <a:off x="2359339" y="2834630"/>
              <a:ext cx="349920" cy="28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77FAFFE-1C8C-3942-AF0E-13FBB0004A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05339" y="2726630"/>
                <a:ext cx="457560" cy="2437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F4F9C-4E14-3E01-A748-FD087ECF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8</a:t>
            </a:fld>
            <a:endParaRPr lang="en-P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786A42-E447-7803-49D6-8FC4CE23559A}"/>
                  </a:ext>
                </a:extLst>
              </p14:cNvPr>
              <p14:cNvContentPartPr/>
              <p14:nvPr/>
            </p14:nvContentPartPr>
            <p14:xfrm>
              <a:off x="5289379" y="1810507"/>
              <a:ext cx="914400" cy="8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786A42-E447-7803-49D6-8FC4CE2355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35739" y="1702867"/>
                <a:ext cx="102204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22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E923-41D4-14D2-77BC-F70A91B2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D7031FA-ADEF-5C30-831D-1BF250DA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Keccak Engine – Design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AA8BD2D-BE62-8A93-9071-D8E84129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100" dirty="0"/>
              <a:t>Works on Sponge Construction</a:t>
            </a:r>
          </a:p>
          <a:p>
            <a:pPr lvl="1"/>
            <a:r>
              <a:rPr lang="en-US" sz="1700" dirty="0"/>
              <a:t>Absorb</a:t>
            </a:r>
          </a:p>
          <a:p>
            <a:pPr lvl="1"/>
            <a:r>
              <a:rPr lang="en-US" sz="1700" dirty="0"/>
              <a:t>Permute(</a:t>
            </a:r>
            <a:r>
              <a:rPr lang="el-GR" sz="1700" dirty="0"/>
              <a:t>θ -&gt; ρ -&gt; π -&gt; χ -&gt; ι</a:t>
            </a:r>
            <a:r>
              <a:rPr lang="en-US" sz="1700" dirty="0"/>
              <a:t>)</a:t>
            </a:r>
          </a:p>
          <a:p>
            <a:pPr lvl="1"/>
            <a:r>
              <a:rPr lang="en-US" sz="1700" dirty="0"/>
              <a:t>Squeeze</a:t>
            </a:r>
          </a:p>
          <a:p>
            <a:r>
              <a:rPr lang="en-US" sz="2100" dirty="0"/>
              <a:t>24 permutation rounds (24 </a:t>
            </a:r>
            <a:r>
              <a:rPr lang="en-US" sz="2100" dirty="0" err="1"/>
              <a:t>cyc</a:t>
            </a:r>
            <a:r>
              <a:rPr lang="en-US" sz="2100" dirty="0"/>
              <a:t>/perm) </a:t>
            </a:r>
          </a:p>
          <a:p>
            <a:r>
              <a:rPr lang="en-US" sz="2100" dirty="0"/>
              <a:t>SHAKE128/SHAKE256  hashing </a:t>
            </a:r>
            <a:br>
              <a:rPr lang="en-US" sz="2100" dirty="0"/>
            </a:br>
            <a:r>
              <a:rPr lang="en-US" sz="2100" dirty="0"/>
              <a:t>support</a:t>
            </a:r>
          </a:p>
          <a:p>
            <a:r>
              <a:rPr lang="en-US" sz="2100" dirty="0"/>
              <a:t>64-bit bus</a:t>
            </a:r>
          </a:p>
          <a:p>
            <a:r>
              <a:rPr lang="en-US" sz="2100" dirty="0"/>
              <a:t>2-stage pipelined design (48 </a:t>
            </a:r>
            <a:r>
              <a:rPr lang="en-US" sz="2100" dirty="0" err="1"/>
              <a:t>cyc</a:t>
            </a:r>
            <a:r>
              <a:rPr lang="en-US" sz="2100" dirty="0"/>
              <a:t>/perm)</a:t>
            </a:r>
          </a:p>
          <a:p>
            <a:r>
              <a:rPr lang="en-US" sz="2100" dirty="0"/>
              <a:t>parameterized parallel lanes</a:t>
            </a:r>
          </a:p>
          <a:p>
            <a:r>
              <a:rPr lang="en-US" sz="2100" dirty="0"/>
              <a:t>4-lane speedup: 3.84x</a:t>
            </a:r>
          </a:p>
        </p:txBody>
      </p:sp>
      <p:pic>
        <p:nvPicPr>
          <p:cNvPr id="2" name="f4" descr="Figure 4&#10;Module hierarchy of the Keccak engine: a parameterised parallel wrapper over N independent cores, each split into parameter, absorb, step and output units.">
            <a:extLst>
              <a:ext uri="{FF2B5EF4-FFF2-40B4-BE49-F238E27FC236}">
                <a16:creationId xmlns:a16="http://schemas.microsoft.com/office/drawing/2014/main" id="{5DE65C66-46C4-57B8-7A77-0CE320A1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50396" y="1690883"/>
            <a:ext cx="5839692" cy="388744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8C310-4614-052F-BBA1-3ECE4286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89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7B23-0558-0D0E-B7DB-A1A8D911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D7B2D2-8357-2C61-A956-966AABD8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-218751"/>
            <a:ext cx="10360501" cy="12239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Keccak Engine – Verification and Synthesis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6E9812-4E76-8E78-A069-54DCA47E0E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868" y="964079"/>
            <a:ext cx="7848871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PK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samples each completed SHAKE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points: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SHAKE mode: SHAKE128, SHAKE256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length: empty, short, rate-boundary, multi-block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XOF length: continuous, small, medium, large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7788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 coverage: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PK" altLang="en-PK" sz="1600" dirty="0">
                <a:latin typeface="Arial" panose="020B0604020202020204" pitchFamily="34" charset="0"/>
              </a:rPr>
              <a:t>mode x message length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PK" altLang="en-PK" sz="1600" dirty="0">
                <a:latin typeface="Arial" panose="020B0604020202020204" pitchFamily="34" charset="0"/>
              </a:rPr>
              <a:t>mode x XOF length</a:t>
            </a:r>
            <a:endParaRPr lang="en-US" altLang="en-PK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PK" sz="1600" dirty="0">
                <a:latin typeface="Arial" panose="020B0604020202020204" pitchFamily="34" charset="0"/>
              </a:rPr>
              <a:t>Verified against System Verilog golden model</a:t>
            </a: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7788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208/208 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UVM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passed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functional coverage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/>
              <a:t>Fmax: 84.31 MHz </a:t>
            </a:r>
            <a:r>
              <a:rPr lang="en-US" sz="1600" b="1" dirty="0"/>
              <a:t>(Cyclone V)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/>
              <a:t>ALMS: 3,747 (4 Lanes)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/>
              <a:t>Latency: 48 </a:t>
            </a:r>
            <a:r>
              <a:rPr lang="en-US" sz="1600" b="1" dirty="0" err="1"/>
              <a:t>cyc</a:t>
            </a:r>
            <a:r>
              <a:rPr lang="en-US" sz="1600" b="1" dirty="0"/>
              <a:t>/perm (2-stage pipeline)</a:t>
            </a:r>
            <a:endParaRPr lang="en-US" sz="1600" dirty="0"/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8467CD-6D65-1892-D42F-F0A912D48CC8}"/>
                  </a:ext>
                </a:extLst>
              </p14:cNvPr>
              <p14:cNvContentPartPr/>
              <p14:nvPr/>
            </p14:nvContentPartPr>
            <p14:xfrm>
              <a:off x="1905379" y="4836590"/>
              <a:ext cx="717480" cy="2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8467CD-6D65-1892-D42F-F0A912D48C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1739" y="4728950"/>
                <a:ext cx="8251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5961F5-CFA3-9A78-CEEF-BAF91E00DD17}"/>
                  </a:ext>
                </a:extLst>
              </p14:cNvPr>
              <p14:cNvContentPartPr/>
              <p14:nvPr/>
            </p14:nvContentPartPr>
            <p14:xfrm>
              <a:off x="1922659" y="5067350"/>
              <a:ext cx="537840" cy="34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5961F5-CFA3-9A78-CEEF-BAF91E00DD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8659" y="4959710"/>
                <a:ext cx="645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E0A502-E035-8AE6-FE89-6E1961F8456E}"/>
                  </a:ext>
                </a:extLst>
              </p14:cNvPr>
              <p14:cNvContentPartPr/>
              <p14:nvPr/>
            </p14:nvContentPartPr>
            <p14:xfrm>
              <a:off x="2452219" y="5317910"/>
              <a:ext cx="831240" cy="41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E0A502-E035-8AE6-FE89-6E1961F845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8579" y="5210270"/>
                <a:ext cx="938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6D0B59-67A6-BCF4-611A-35D55B80409B}"/>
                  </a:ext>
                </a:extLst>
              </p14:cNvPr>
              <p14:cNvContentPartPr/>
              <p14:nvPr/>
            </p14:nvContentPartPr>
            <p14:xfrm>
              <a:off x="2511979" y="5562710"/>
              <a:ext cx="503280" cy="18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6D0B59-67A6-BCF4-611A-35D55B8040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58339" y="5455070"/>
                <a:ext cx="6109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DDB810-F29D-3E33-2433-802935EE64C7}"/>
                  </a:ext>
                </a:extLst>
              </p14:cNvPr>
              <p14:cNvContentPartPr/>
              <p14:nvPr/>
            </p14:nvContentPartPr>
            <p14:xfrm>
              <a:off x="2682979" y="5808950"/>
              <a:ext cx="948240" cy="37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DDB810-F29D-3E33-2433-802935EE64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8979" y="5700950"/>
                <a:ext cx="1055880" cy="253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81F256-323D-9157-2077-DACB83EF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289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2BDB-FAF0-916C-9A6C-33E999AC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835DAB-9C3B-709A-9226-59719CB7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705" y="-171400"/>
            <a:ext cx="10360501" cy="1223963"/>
          </a:xfrm>
        </p:spPr>
        <p:txBody>
          <a:bodyPr>
            <a:normAutofit/>
          </a:bodyPr>
          <a:lstStyle/>
          <a:p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Keccak Engine – Verification and Synthesis Outputs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BB1897-1057-E9C5-0E15-94A30A3FD3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1844" y="3543527"/>
            <a:ext cx="78488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D19A1E-AB6F-2B63-3F9B-BB5F732A2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84" y="1202429"/>
            <a:ext cx="6380724" cy="16778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2A5826-9ABA-C72B-A181-9B8C61503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908" y="1202430"/>
            <a:ext cx="4782117" cy="17033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C7A5C4-366E-34D0-5756-F41403D5F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908" y="2909164"/>
            <a:ext cx="4782117" cy="33092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2D343AD-4D81-6B0B-5047-E0154D522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84" y="2880322"/>
            <a:ext cx="6380724" cy="33380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EB2F5-771E-6DB9-A706-47B638AD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616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DE54-E075-1624-725A-165AE0BB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394A307-3EC3-0023-3279-31CAAC0DF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495" y="-294913"/>
            <a:ext cx="10360501" cy="12239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NTT – Design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85CC16-6568-90F4-E517-95771EE106F6}"/>
                  </a:ext>
                </a:extLst>
              </p14:cNvPr>
              <p14:cNvContentPartPr/>
              <p14:nvPr/>
            </p14:nvContentPartPr>
            <p14:xfrm>
              <a:off x="7126819" y="2199307"/>
              <a:ext cx="9000" cy="5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85CC16-6568-90F4-E517-95771EE106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3179" y="2091307"/>
                <a:ext cx="116640" cy="221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166B47CD-D2F2-7165-7841-2551C6CFC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829" y="443567"/>
            <a:ext cx="6552727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FFT without Complex Numbers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polynomial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Multiplication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</a:t>
            </a:r>
            <a:endParaRPr lang="en-US" altLang="en-PK" sz="2000" dirty="0">
              <a:latin typeface="Arial" panose="020B0604020202020204" pitchFamily="34" charset="0"/>
            </a:endParaRPr>
          </a:p>
          <a:p>
            <a:pPr marL="377886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Rq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Zq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[x] / (x^256 + 1)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 = 8,380,417</a:t>
            </a:r>
            <a:b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three operations: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NTT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NTT with scaling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point-wise multiplication</a:t>
            </a:r>
            <a:b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Memory-based architecture with a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2x2 butterfly tile</a:t>
            </a:r>
            <a:br>
              <a:rPr lang="en-US" altLang="en-PK" sz="2000" b="1" dirty="0">
                <a:latin typeface="Arial" panose="020B0604020202020204" pitchFamily="34" charset="0"/>
              </a:rPr>
            </a:br>
            <a:r>
              <a:rPr lang="en-US" altLang="en-PK" sz="2000" b="1" dirty="0">
                <a:latin typeface="Arial" panose="020B0604020202020204" pitchFamily="34" charset="0"/>
              </a:rPr>
              <a:t>(4 Memory banks)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Cooley-Tukey butterflies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forward NTT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Gentleman-Sande butterflies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inverse NTT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PK" altLang="en-PK" sz="2000" dirty="0">
                <a:latin typeface="Arial" panose="020B0604020202020204" pitchFamily="34" charset="0"/>
              </a:rPr>
              <a:t>q-specific shift-add modular reduction instead of Barrett reduction 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/>
              <a:t>299 cycles per NTT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B2497-123C-9865-FEDE-FB0B4136D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540" y="1772816"/>
            <a:ext cx="4667901" cy="28960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0F04C-A543-924D-E331-C8F03BFE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12</a:t>
            </a:fld>
            <a:endParaRPr lang="en-P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EF114F-7C9B-C5C8-2A7E-A784BA16CFF5}"/>
                  </a:ext>
                </a:extLst>
              </p14:cNvPr>
              <p14:cNvContentPartPr/>
              <p14:nvPr/>
            </p14:nvContentPartPr>
            <p14:xfrm>
              <a:off x="1230379" y="6184507"/>
              <a:ext cx="1983600" cy="13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EF114F-7C9B-C5C8-2A7E-A784BA16CF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6739" y="6076507"/>
                <a:ext cx="20912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8E7942-D8DE-5F7A-EB3F-C7925F29000D}"/>
                  </a:ext>
                </a:extLst>
              </p14:cNvPr>
              <p14:cNvContentPartPr/>
              <p14:nvPr/>
            </p14:nvContentPartPr>
            <p14:xfrm>
              <a:off x="2716459" y="6186950"/>
              <a:ext cx="598320" cy="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8E7942-D8DE-5F7A-EB3F-C7925F2900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2459" y="6078950"/>
                <a:ext cx="705960" cy="2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732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17B3-B00B-72D3-D29C-95A861AA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920496-E4BB-7713-A74C-88750796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34" y="-315416"/>
            <a:ext cx="10360501" cy="12239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NTT – Verification and Synthesis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FD5851-DD2A-5E3B-F2DF-F604202DF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1844" y="3405029"/>
            <a:ext cx="78488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PK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1D1D26-73D7-60A6-BDF3-7E08A9806563}"/>
                  </a:ext>
                </a:extLst>
              </p14:cNvPr>
              <p14:cNvContentPartPr/>
              <p14:nvPr/>
            </p14:nvContentPartPr>
            <p14:xfrm>
              <a:off x="1930939" y="5356507"/>
              <a:ext cx="541080" cy="10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E1D1D26-73D7-60A6-BDF3-7E08A98065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6939" y="5248507"/>
                <a:ext cx="6487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6DC772-65BF-EDAE-D260-FF99F94809AD}"/>
                  </a:ext>
                </a:extLst>
              </p14:cNvPr>
              <p14:cNvContentPartPr/>
              <p14:nvPr/>
            </p14:nvContentPartPr>
            <p14:xfrm>
              <a:off x="2341339" y="5357947"/>
              <a:ext cx="376200" cy="8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6DC772-65BF-EDAE-D260-FF99F94809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87339" y="5249947"/>
                <a:ext cx="483840" cy="2242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632DD2-9175-A073-D427-D72D6C1D4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49" y="1111037"/>
            <a:ext cx="8945824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 group samples each completed NTT transaction</a:t>
            </a:r>
            <a:b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 points: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Operation: forward NTT, inverse NTT, point-wise multiplication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pattern: zero, constant, random, boundary coefficients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case: forward-only, inverse-only, round-trip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range: coefficients reduced modulo q</a:t>
            </a:r>
            <a:b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 coverage: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 x input pattern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 x coefficient range</a:t>
            </a:r>
          </a:p>
          <a:p>
            <a:pPr marL="895243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case x edge case</a:t>
            </a:r>
            <a:br>
              <a:rPr kumimoji="0" lang="en-US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PK" sz="1600" dirty="0">
                <a:latin typeface="Arial" panose="020B0604020202020204" pitchFamily="34" charset="0"/>
              </a:rPr>
              <a:t>Verified against System Verilog golden model</a:t>
            </a:r>
            <a:br>
              <a:rPr lang="en-US" altLang="en-PK" sz="1600" dirty="0">
                <a:latin typeface="Arial" panose="020B0604020202020204" pitchFamily="34" charset="0"/>
              </a:rPr>
            </a:br>
            <a:endParaRPr lang="en-US" altLang="en-PK" sz="16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Results: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53/53</a:t>
            </a:r>
            <a:r>
              <a:rPr lang="en-US" sz="1600" dirty="0"/>
              <a:t> UVM tests passed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100%</a:t>
            </a:r>
            <a:r>
              <a:rPr lang="en-US" sz="1600" dirty="0"/>
              <a:t> functional coverage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Fmax: </a:t>
            </a:r>
            <a:r>
              <a:rPr lang="en-US" sz="1600" b="1" dirty="0"/>
              <a:t>75.44 MHz (Cyclone V)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ALMS: 2,313 , DSPS: 6 , M10K: 18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Latency 299 </a:t>
            </a:r>
            <a:r>
              <a:rPr lang="en-US" sz="1600" b="1" dirty="0" err="1"/>
              <a:t>cyc</a:t>
            </a:r>
            <a:r>
              <a:rPr lang="en-US" sz="1600" b="1" dirty="0"/>
              <a:t>/</a:t>
            </a:r>
            <a:r>
              <a:rPr lang="en-US" sz="1600" b="1" dirty="0" err="1"/>
              <a:t>ntt</a:t>
            </a:r>
            <a:r>
              <a:rPr lang="en-US" sz="1600" b="1" dirty="0"/>
              <a:t> , 3.96 us 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PK" altLang="en-PK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0E1537-1C67-C619-58E5-5E18857747ED}"/>
                  </a:ext>
                </a:extLst>
              </p14:cNvPr>
              <p14:cNvContentPartPr/>
              <p14:nvPr/>
            </p14:nvContentPartPr>
            <p14:xfrm>
              <a:off x="1939579" y="5186776"/>
              <a:ext cx="494640" cy="18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0E1537-1C67-C619-58E5-5E18857747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5939" y="5078776"/>
                <a:ext cx="6022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C4F795-6472-3BE0-A8A5-F2A00E3EDAA5}"/>
                  </a:ext>
                </a:extLst>
              </p14:cNvPr>
              <p14:cNvContentPartPr/>
              <p14:nvPr/>
            </p14:nvContentPartPr>
            <p14:xfrm>
              <a:off x="1922659" y="5434456"/>
              <a:ext cx="443520" cy="27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C4F795-6472-3BE0-A8A5-F2A00E3EDAA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68659" y="5326816"/>
                <a:ext cx="55116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44A958-FB42-E4F7-0844-E2B5A7343D95}"/>
                  </a:ext>
                </a:extLst>
              </p14:cNvPr>
              <p14:cNvContentPartPr/>
              <p14:nvPr/>
            </p14:nvContentPartPr>
            <p14:xfrm>
              <a:off x="2495059" y="5673856"/>
              <a:ext cx="828360" cy="1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44A958-FB42-E4F7-0844-E2B5A7343D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41059" y="5565856"/>
                <a:ext cx="9360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6672FB-FFA4-62E7-FCEA-1CC02A0AB234}"/>
                  </a:ext>
                </a:extLst>
              </p14:cNvPr>
              <p14:cNvContentPartPr/>
              <p14:nvPr/>
            </p14:nvContentPartPr>
            <p14:xfrm>
              <a:off x="2537899" y="5921536"/>
              <a:ext cx="400680" cy="2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6672FB-FFA4-62E7-FCEA-1CC02A0AB2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3899" y="5813896"/>
                <a:ext cx="5083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ECE5CC2-E3DC-E6AA-F80E-A03FD573E1A3}"/>
                  </a:ext>
                </a:extLst>
              </p14:cNvPr>
              <p14:cNvContentPartPr/>
              <p14:nvPr/>
            </p14:nvContentPartPr>
            <p14:xfrm>
              <a:off x="3691699" y="5921896"/>
              <a:ext cx="10440" cy="13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ECE5CC2-E3DC-E6AA-F80E-A03FD573E1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37699" y="5813896"/>
                <a:ext cx="1180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C24B37E-1CE2-7C58-2CB1-E78823D0AFCC}"/>
                  </a:ext>
                </a:extLst>
              </p14:cNvPr>
              <p14:cNvContentPartPr/>
              <p14:nvPr/>
            </p14:nvContentPartPr>
            <p14:xfrm>
              <a:off x="4545979" y="5921896"/>
              <a:ext cx="196200" cy="1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C24B37E-1CE2-7C58-2CB1-E78823D0AF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91979" y="5813896"/>
                <a:ext cx="3038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4529CE-4772-F157-7163-9DE8F6CB4A69}"/>
                  </a:ext>
                </a:extLst>
              </p14:cNvPr>
              <p14:cNvContentPartPr/>
              <p14:nvPr/>
            </p14:nvContentPartPr>
            <p14:xfrm>
              <a:off x="2666059" y="6195496"/>
              <a:ext cx="130680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4529CE-4772-F157-7163-9DE8F6CB4A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12419" y="6087496"/>
                <a:ext cx="141444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C0C4B4C-8D68-FB53-C2BD-F26979A5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13</a:t>
            </a:fld>
            <a:endParaRPr lang="en-P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88CEAB-EE71-3EDE-389B-8002AF7BFB9B}"/>
                  </a:ext>
                </a:extLst>
              </p14:cNvPr>
              <p14:cNvContentPartPr/>
              <p14:nvPr/>
            </p14:nvContentPartPr>
            <p14:xfrm>
              <a:off x="3990499" y="6169310"/>
              <a:ext cx="398880" cy="81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88CEAB-EE71-3EDE-389B-8002AF7BFB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36499" y="6061670"/>
                <a:ext cx="506520" cy="29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368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883D-38E5-6877-8D67-9076B2CF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EEC3C49-1F24-0D28-AC08-AD5A96DFC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705" y="-171400"/>
            <a:ext cx="10360501" cy="1223963"/>
          </a:xfrm>
        </p:spPr>
        <p:txBody>
          <a:bodyPr>
            <a:normAutofit/>
          </a:bodyPr>
          <a:lstStyle/>
          <a:p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NTT – Verification and Synthesis Outputs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E3DE32-82AD-37B8-C136-F90B137B32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1844" y="3543527"/>
            <a:ext cx="78488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A1550-E63E-01A0-C623-DECDE5A9C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44" y="1260351"/>
            <a:ext cx="5036904" cy="1288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16DAB1-8559-5F11-7CFC-9A004D8F3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55" y="2548412"/>
            <a:ext cx="5011883" cy="3916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E64274-AD1E-05BE-C80A-02BE9B97E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5" y="3699866"/>
            <a:ext cx="5760640" cy="2764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AE4652-6CB2-142F-2258-83489A468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5" y="1268761"/>
            <a:ext cx="5760640" cy="24311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B2BD5-EA07-54F4-4454-E3B621C5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1599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F224-2290-22B5-7515-4AF5CF60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12" y="290118"/>
            <a:ext cx="10288493" cy="3475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Comparison with published designs</a:t>
            </a:r>
            <a:endParaRPr lang="en-PK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D2F19-1F30-1047-D4B2-E2E1CD34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828" y="1543094"/>
            <a:ext cx="5082740" cy="914400"/>
          </a:xfrm>
        </p:spPr>
        <p:txBody>
          <a:bodyPr/>
          <a:lstStyle/>
          <a:p>
            <a:r>
              <a:rPr lang="en-U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NTT</a:t>
            </a:r>
            <a:endParaRPr lang="en-PK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415B74-0189-2A25-1CD5-B2A48FD6A7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98" y="764704"/>
            <a:ext cx="10098791" cy="3288076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0F7B-43DE-49E6-4610-E08AF7B7B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7788" y="4942808"/>
            <a:ext cx="5082740" cy="914400"/>
          </a:xfrm>
        </p:spPr>
        <p:txBody>
          <a:bodyPr/>
          <a:lstStyle/>
          <a:p>
            <a:r>
              <a:rPr lang="en-U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KECCAK</a:t>
            </a:r>
            <a:endParaRPr lang="en-PK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1ABDDF-58F5-E084-85AD-EF0DAFCE3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98" y="4028102"/>
            <a:ext cx="10098793" cy="2474617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58737C-B464-0CC3-63A2-A322617E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630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88C02-93AB-473C-747C-A4F5651B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E05EE48-4084-24CC-7765-71EEC46F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Remaining Work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7E7F377-7CA7-914C-2C92-DCD17FBD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Sampler</a:t>
            </a:r>
          </a:p>
          <a:p>
            <a:r>
              <a:rPr lang="en-US" sz="2100" dirty="0"/>
              <a:t>Rounding/decomposition logic</a:t>
            </a:r>
          </a:p>
          <a:p>
            <a:r>
              <a:rPr lang="en-US" sz="2100" dirty="0" err="1"/>
              <a:t>Dilithium</a:t>
            </a:r>
            <a:r>
              <a:rPr lang="en-US" sz="2100" dirty="0"/>
              <a:t> Main Controller and Module Integration</a:t>
            </a:r>
          </a:p>
          <a:p>
            <a:r>
              <a:rPr lang="en-US" sz="2100" dirty="0"/>
              <a:t>Complete </a:t>
            </a:r>
            <a:r>
              <a:rPr lang="en-US" sz="2100" dirty="0" err="1"/>
              <a:t>Dilithium</a:t>
            </a:r>
            <a:r>
              <a:rPr lang="en-US" sz="2100" dirty="0"/>
              <a:t> </a:t>
            </a:r>
            <a:r>
              <a:rPr lang="en-US" sz="2100" dirty="0" err="1"/>
              <a:t>Verfication</a:t>
            </a:r>
            <a:r>
              <a:rPr lang="en-US" sz="2100" dirty="0"/>
              <a:t> and Synthesis</a:t>
            </a:r>
          </a:p>
          <a:p>
            <a:r>
              <a:rPr lang="en-US" sz="2100" dirty="0"/>
              <a:t>end-to-end ML-DSA KAT verification</a:t>
            </a:r>
          </a:p>
          <a:p>
            <a:endParaRPr 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F72F7-4312-1EEA-60FC-E9111612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372" y="9169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4D132-2D55-6E3B-B19C-261F4C8B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6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253C-61ED-95EB-83F6-02E8840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892D-7999-15A6-E547-43B3116D9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0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GANTT CHART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382DD5-6E8D-64EF-EA9F-6C0C00D6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17</a:t>
            </a:fld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51291-FA9D-B0EC-FF08-BA71A36C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908720"/>
            <a:ext cx="8591308" cy="55347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29C9C6-63AD-C4DC-E629-575E7121F258}"/>
                  </a:ext>
                </a:extLst>
              </p14:cNvPr>
              <p14:cNvContentPartPr/>
              <p14:nvPr/>
            </p14:nvContentPartPr>
            <p14:xfrm>
              <a:off x="3691699" y="1990773"/>
              <a:ext cx="3008880" cy="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29C9C6-63AD-C4DC-E629-575E7121F2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699" y="1774773"/>
                <a:ext cx="3116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703996-726D-D47B-E960-5323E5F22238}"/>
                  </a:ext>
                </a:extLst>
              </p14:cNvPr>
              <p14:cNvContentPartPr/>
              <p14:nvPr/>
            </p14:nvContentPartPr>
            <p14:xfrm>
              <a:off x="3699979" y="2153133"/>
              <a:ext cx="296604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703996-726D-D47B-E960-5323E5F222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5979" y="1937133"/>
                <a:ext cx="3073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04EE2F6-0A23-A00D-97E3-77EB5E7C0BEF}"/>
                  </a:ext>
                </a:extLst>
              </p14:cNvPr>
              <p14:cNvContentPartPr/>
              <p14:nvPr/>
            </p14:nvContentPartPr>
            <p14:xfrm>
              <a:off x="3708259" y="2298573"/>
              <a:ext cx="30002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04EE2F6-0A23-A00D-97E3-77EB5E7C0B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4259" y="2190573"/>
                <a:ext cx="3107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1AB0825-1DC6-AF85-64A2-D23BBA835290}"/>
                  </a:ext>
                </a:extLst>
              </p14:cNvPr>
              <p14:cNvContentPartPr/>
              <p14:nvPr/>
            </p14:nvContentPartPr>
            <p14:xfrm>
              <a:off x="6673939" y="2118933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1AB0825-1DC6-AF85-64A2-D23BBA8352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0299" y="201093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50D7CF0-5819-7B97-7991-301A909C4131}"/>
                  </a:ext>
                </a:extLst>
              </p14:cNvPr>
              <p14:cNvContentPartPr/>
              <p14:nvPr/>
            </p14:nvContentPartPr>
            <p14:xfrm>
              <a:off x="4139899" y="2467053"/>
              <a:ext cx="1511280" cy="397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50D7CF0-5819-7B97-7991-301A909C41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86259" y="2359413"/>
                <a:ext cx="161892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5420B18-6C47-BC23-85E8-B38DC3FC2020}"/>
                  </a:ext>
                </a:extLst>
              </p14:cNvPr>
              <p14:cNvContentPartPr/>
              <p14:nvPr/>
            </p14:nvContentPartPr>
            <p14:xfrm>
              <a:off x="5229619" y="3050253"/>
              <a:ext cx="1462320" cy="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5420B18-6C47-BC23-85E8-B38DC3FC202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75619" y="2834253"/>
                <a:ext cx="1569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9BF34C7-5F17-80C6-ECF9-CBFB9614D46D}"/>
                  </a:ext>
                </a:extLst>
              </p14:cNvPr>
              <p14:cNvContentPartPr/>
              <p14:nvPr/>
            </p14:nvContentPartPr>
            <p14:xfrm>
              <a:off x="5212699" y="3221253"/>
              <a:ext cx="1478520" cy="9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9BF34C7-5F17-80C6-ECF9-CBFB9614D4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58699" y="3113253"/>
                <a:ext cx="1586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DD7DE4-BA50-2B83-A2EE-23C9366C7BE8}"/>
                  </a:ext>
                </a:extLst>
              </p14:cNvPr>
              <p14:cNvContentPartPr/>
              <p14:nvPr/>
            </p14:nvContentPartPr>
            <p14:xfrm>
              <a:off x="5221339" y="3417813"/>
              <a:ext cx="146160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DD7DE4-BA50-2B83-A2EE-23C9366C7BE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67339" y="3309813"/>
                <a:ext cx="1569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3A8E577-73BB-1618-71E4-F0B1F8F98E2C}"/>
                  </a:ext>
                </a:extLst>
              </p14:cNvPr>
              <p14:cNvContentPartPr/>
              <p14:nvPr/>
            </p14:nvContentPartPr>
            <p14:xfrm>
              <a:off x="5212699" y="3443373"/>
              <a:ext cx="1461600" cy="9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3A8E577-73BB-1618-71E4-F0B1F8F98E2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58699" y="3335373"/>
                <a:ext cx="15692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3D48F13-FCCE-D942-3A37-5729CBF67B4D}"/>
                  </a:ext>
                </a:extLst>
              </p14:cNvPr>
              <p14:cNvContentPartPr/>
              <p14:nvPr/>
            </p14:nvContentPartPr>
            <p14:xfrm>
              <a:off x="5759539" y="3657213"/>
              <a:ext cx="957960" cy="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3D48F13-FCCE-D942-3A37-5729CBF67B4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705539" y="3441213"/>
                <a:ext cx="10656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AABC79A-4191-68AA-816C-6E72AAF28618}"/>
                  </a:ext>
                </a:extLst>
              </p14:cNvPr>
              <p14:cNvContentPartPr/>
              <p14:nvPr/>
            </p14:nvContentPartPr>
            <p14:xfrm>
              <a:off x="5759539" y="3802653"/>
              <a:ext cx="923400" cy="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AABC79A-4191-68AA-816C-6E72AAF2861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05539" y="3694653"/>
                <a:ext cx="1031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356C459-CEC9-93CB-E9D1-93733E3320C7}"/>
                  </a:ext>
                </a:extLst>
              </p14:cNvPr>
              <p14:cNvContentPartPr/>
              <p14:nvPr/>
            </p14:nvContentPartPr>
            <p14:xfrm>
              <a:off x="5776099" y="3909573"/>
              <a:ext cx="911880" cy="1238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356C459-CEC9-93CB-E9D1-93733E3320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22099" y="3801573"/>
                <a:ext cx="10195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E9AEA50-0DBB-439F-3A5D-921EDF155DA5}"/>
                  </a:ext>
                </a:extLst>
              </p14:cNvPr>
              <p14:cNvContentPartPr/>
              <p14:nvPr/>
            </p14:nvContentPartPr>
            <p14:xfrm>
              <a:off x="6725059" y="3973653"/>
              <a:ext cx="3960" cy="201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E9AEA50-0DBB-439F-3A5D-921EDF155DA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71419" y="3865653"/>
                <a:ext cx="1116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53F1B7A-CB42-310E-6CA5-BF217292E81F}"/>
                  </a:ext>
                </a:extLst>
              </p14:cNvPr>
              <p14:cNvContentPartPr/>
              <p14:nvPr/>
            </p14:nvContentPartPr>
            <p14:xfrm>
              <a:off x="6774739" y="4237893"/>
              <a:ext cx="1522080" cy="4366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53F1B7A-CB42-310E-6CA5-BF217292E81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20739" y="4130253"/>
                <a:ext cx="162972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2CAF1A4-240E-AD14-6B0F-6A3C4F71C94E}"/>
                  </a:ext>
                </a:extLst>
              </p14:cNvPr>
              <p14:cNvContentPartPr/>
              <p14:nvPr/>
            </p14:nvContentPartPr>
            <p14:xfrm>
              <a:off x="4694989" y="5953123"/>
              <a:ext cx="1990860" cy="3697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2CAF1A4-240E-AD14-6B0F-6A3C4F71C94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40987" y="5845129"/>
                <a:ext cx="2098503" cy="585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4A40C4C-6BE2-57FD-B143-E65825ACAE33}"/>
                  </a:ext>
                </a:extLst>
              </p14:cNvPr>
              <p14:cNvContentPartPr/>
              <p14:nvPr/>
            </p14:nvContentPartPr>
            <p14:xfrm>
              <a:off x="4738219" y="6100893"/>
              <a:ext cx="1885320" cy="71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4A40C4C-6BE2-57FD-B143-E65825ACAE3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684579" y="5993253"/>
                <a:ext cx="19929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79DC9C8-5C94-44D6-9503-336B1B919862}"/>
                  </a:ext>
                </a:extLst>
              </p14:cNvPr>
              <p14:cNvContentPartPr/>
              <p14:nvPr/>
            </p14:nvContentPartPr>
            <p14:xfrm>
              <a:off x="6682579" y="2110653"/>
              <a:ext cx="360" cy="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79DC9C8-5C94-44D6-9503-336B1B9198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8579" y="2002653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79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FD9F-2D9F-8CD7-F1BD-23020CE9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5AFC0B-E497-1E04-00E8-B53B0FF9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4" y="116632"/>
            <a:ext cx="10360501" cy="73389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References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45B905-960D-ADB2-C6E8-FA27E4FF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620688"/>
            <a:ext cx="10724867" cy="6624736"/>
          </a:xfrm>
        </p:spPr>
        <p:txBody>
          <a:bodyPr>
            <a:normAutofit fontScale="25000" lnSpcReduction="20000"/>
          </a:bodyPr>
          <a:lstStyle/>
          <a:p>
            <a:endParaRPr lang="en-US" sz="2100" dirty="0"/>
          </a:p>
          <a:p>
            <a:pPr marL="0" indent="0">
              <a:buNone/>
            </a:pPr>
            <a:r>
              <a:rPr lang="en-US" sz="4400" dirty="0"/>
              <a:t>[1] L. Beckwith, D. T. Nguyen, and K. Gaj, “High-Performance Hardware Implementation of CRYSTALS-</a:t>
            </a:r>
            <a:r>
              <a:rPr lang="en-US" sz="4400" dirty="0" err="1"/>
              <a:t>Dilithium</a:t>
            </a:r>
            <a:r>
              <a:rPr lang="en-US" sz="4400" dirty="0"/>
              <a:t>,” International Conference on Field-Programmable Technology, 2021.</a:t>
            </a:r>
          </a:p>
          <a:p>
            <a:pPr marL="0" indent="0">
              <a:buNone/>
            </a:pPr>
            <a:r>
              <a:rPr lang="en-US" sz="4400" dirty="0"/>
              <a:t>[2] C. Zhao, N. Zhang, H. Wang, B. Yang, W. Zhu, Z. Li, M. Zhu, S. Yin, S. Wei, and L. Liu, “A Compact and High-Performance Hardware Architecture for CRYSTALS-</a:t>
            </a:r>
            <a:r>
              <a:rPr lang="en-US" sz="4400" dirty="0" err="1"/>
              <a:t>Dilithium</a:t>
            </a:r>
            <a:r>
              <a:rPr lang="en-US" sz="4400" dirty="0"/>
              <a:t>,” IACR Transactions on Cryptographic Hardware and Embedded Systems, vol. 2022, no. 1, pp. 270–295, 2022.</a:t>
            </a:r>
          </a:p>
          <a:p>
            <a:pPr marL="0" indent="0">
              <a:buNone/>
            </a:pPr>
            <a:r>
              <a:rPr lang="en-US" sz="4400" dirty="0"/>
              <a:t>[3] G. Mao, D. Chen, G. Li, W. Dai, A. I. Sanka, C. K. Koc, and R. C. C. Cheung, “High-performance and Configurable SW/HW Co-design of Post-quantum Signature CRYSTALS-</a:t>
            </a:r>
            <a:r>
              <a:rPr lang="en-US" sz="4400" dirty="0" err="1"/>
              <a:t>Dilithium</a:t>
            </a:r>
            <a:r>
              <a:rPr lang="en-US" sz="4400" dirty="0"/>
              <a:t>,” ACM Transactions on Reconfigurable Technology and Systems, vol. 16, no. 3, Article 44, 2023.</a:t>
            </a:r>
          </a:p>
          <a:p>
            <a:pPr marL="0" indent="0">
              <a:buNone/>
            </a:pPr>
            <a:r>
              <a:rPr lang="en-US" sz="4400" dirty="0"/>
              <a:t>[4] T. Wang, C. Zhang, X. Zhang, D. Gu, and P. Cao, “Optimized Hardware-Software Co-Design for Kyber and </a:t>
            </a:r>
            <a:r>
              <a:rPr lang="en-US" sz="4400" dirty="0" err="1"/>
              <a:t>Dilithium</a:t>
            </a:r>
            <a:r>
              <a:rPr lang="en-US" sz="4400" dirty="0"/>
              <a:t> on RISC-V SoC FPGA,” IACR Transactions on Cryptographic Hardware and Embedded Systems, vol. 2024, no. 3, pp. 99–135, 2024.</a:t>
            </a:r>
          </a:p>
          <a:p>
            <a:pPr marL="0" indent="0">
              <a:buNone/>
            </a:pPr>
            <a:r>
              <a:rPr lang="en-US" sz="4400" dirty="0"/>
              <a:t>[5] Q. </a:t>
            </a:r>
            <a:r>
              <a:rPr lang="en-US" sz="4400" dirty="0" err="1"/>
              <a:t>Norga</a:t>
            </a:r>
            <a:r>
              <a:rPr lang="en-US" sz="4400" dirty="0"/>
              <a:t>, S. Kundu, and I. </a:t>
            </a:r>
            <a:r>
              <a:rPr lang="en-US" sz="4400" dirty="0" err="1"/>
              <a:t>Verbauwhede</a:t>
            </a:r>
            <a:r>
              <a:rPr lang="en-US" sz="4400" dirty="0"/>
              <a:t>, “ML-DSA-OSH: An Efficient, Open-Source Hardware Implementation of ML-DSA,” full version, 2025.</a:t>
            </a:r>
          </a:p>
          <a:p>
            <a:pPr marL="0" indent="0">
              <a:buNone/>
            </a:pPr>
            <a:r>
              <a:rPr lang="en-US" sz="4400" dirty="0"/>
              <a:t>[6] Y. Cui, J. Zhong, B. Wang, T. Xu, C. Wang, and W. Liu, “High-Performance Hardware Implementation of CRYSTALS-</a:t>
            </a:r>
            <a:r>
              <a:rPr lang="en-US" sz="4400" dirty="0" err="1"/>
              <a:t>Dilithium</a:t>
            </a:r>
            <a:r>
              <a:rPr lang="en-US" sz="4400" dirty="0"/>
              <a:t> Based on Improved MDC-NTT,” IEEE Transactions on Computers, vol. 74, no. 9, pp. 2896–2908, September 2025.</a:t>
            </a:r>
          </a:p>
          <a:p>
            <a:pPr marL="0" indent="0">
              <a:buNone/>
            </a:pPr>
            <a:r>
              <a:rPr lang="en-US" sz="4400" dirty="0"/>
              <a:t>[7] H. Nguyen and T. T. Nguyen, “Area-Time Efficient Hardware Design for CRYSTALS-</a:t>
            </a:r>
            <a:r>
              <a:rPr lang="en-US" sz="4400" dirty="0" err="1"/>
              <a:t>Dilithium</a:t>
            </a:r>
            <a:r>
              <a:rPr lang="en-US" sz="4400" dirty="0"/>
              <a:t>,” IEEE International Midwest Symposium on Circuits and Systems, 2025.</a:t>
            </a:r>
          </a:p>
          <a:p>
            <a:pPr marL="0" indent="0">
              <a:buNone/>
            </a:pPr>
            <a:r>
              <a:rPr lang="en-US" sz="4400" dirty="0"/>
              <a:t>[8] S. Chowdhury, N. Mishra, S. Bhattacharya, and D. Mukhopadhyay, “Unified FPGA Design of Kyber and </a:t>
            </a:r>
            <a:r>
              <a:rPr lang="en-US" sz="4400" dirty="0" err="1"/>
              <a:t>Dilithium</a:t>
            </a:r>
            <a:r>
              <a:rPr lang="en-US" sz="4400" dirty="0"/>
              <a:t> with Provable Fault Tolerance,” IACR Cryptology </a:t>
            </a:r>
            <a:r>
              <a:rPr lang="en-US" sz="4400" dirty="0" err="1"/>
              <a:t>ePrint</a:t>
            </a:r>
            <a:r>
              <a:rPr lang="en-US" sz="4400" dirty="0"/>
              <a:t> Archive, Paper 2026/1008, 2026.</a:t>
            </a:r>
          </a:p>
          <a:p>
            <a:pPr marL="0" indent="0">
              <a:buNone/>
            </a:pPr>
            <a:r>
              <a:rPr lang="en-US" sz="4400" dirty="0"/>
              <a:t>[9] Z. Ni, A. Khalid, Z. Zhang, Y. Cui, W. Liu, and M. O’Neill, “</a:t>
            </a:r>
            <a:r>
              <a:rPr lang="en-US" sz="4400" dirty="0" err="1"/>
              <a:t>LightHD</a:t>
            </a:r>
            <a:r>
              <a:rPr lang="en-US" sz="4400" dirty="0"/>
              <a:t>: A Lightweight and High-Performance Hardware Accelerator of CRYSTALS-</a:t>
            </a:r>
            <a:r>
              <a:rPr lang="en-US" sz="4400" dirty="0" err="1"/>
              <a:t>Dilithium</a:t>
            </a:r>
            <a:r>
              <a:rPr lang="en-US" sz="4400" dirty="0"/>
              <a:t>,” IEEE Transactions on Computers, vol. 75, no. 5, pp. 2007–2019, May 2026.</a:t>
            </a:r>
          </a:p>
          <a:p>
            <a:pPr marL="0" indent="0">
              <a:buNone/>
            </a:pPr>
            <a:r>
              <a:rPr lang="en-US" sz="4400" dirty="0"/>
              <a:t>[10] P. Sun, Q. Wang, and M. Ikeda, “PALS: A High-Speed ML-DSA Hardware Accelerator with Enhanced Pipeline on FPGA,” IEEE International Conference on Integrated Circuits, Technologies and Applications, 2025.</a:t>
            </a:r>
          </a:p>
          <a:p>
            <a:pPr marL="0" indent="0">
              <a:buNone/>
            </a:pPr>
            <a:r>
              <a:rPr lang="en-US" sz="4400" dirty="0"/>
              <a:t>[11] A. A. Abdulsamad and S. R. Repas, “Design of an Energy-Efficient SHA-3 Accelerator on Artix-7 FPGA for Secure Network Applications,” </a:t>
            </a:r>
            <a:r>
              <a:rPr lang="en-US" sz="4400" i="1" dirty="0"/>
              <a:t>Computers</a:t>
            </a:r>
            <a:r>
              <a:rPr lang="en-US" sz="4400" dirty="0"/>
              <a:t>, vol. 15, no. 1, article 3, 2026.</a:t>
            </a:r>
          </a:p>
          <a:p>
            <a:pPr marL="0" indent="0">
              <a:buNone/>
            </a:pPr>
            <a:r>
              <a:rPr lang="en-US" sz="4400" dirty="0"/>
              <a:t>[12] Y. Tu and J. Xie, “EMINEM: Efficient FPGA Implementation of Mixed-</a:t>
            </a:r>
            <a:r>
              <a:rPr lang="en-US" sz="4400" dirty="0" err="1"/>
              <a:t>RadIx</a:t>
            </a:r>
            <a:r>
              <a:rPr lang="en-US" sz="4400" dirty="0"/>
              <a:t> NTT Hardware </a:t>
            </a:r>
            <a:r>
              <a:rPr lang="en-US" sz="4400" dirty="0" err="1"/>
              <a:t>AccElerators</a:t>
            </a:r>
            <a:r>
              <a:rPr lang="en-US" sz="4400" dirty="0"/>
              <a:t> for NIST Post-</a:t>
            </a:r>
            <a:r>
              <a:rPr lang="en-US" sz="4400" dirty="0" err="1"/>
              <a:t>QuantuM</a:t>
            </a:r>
            <a:r>
              <a:rPr lang="en-US" sz="4400" dirty="0"/>
              <a:t> Cryptography Falcon, </a:t>
            </a:r>
            <a:r>
              <a:rPr lang="en-US" sz="4400" dirty="0" err="1"/>
              <a:t>Dilithium</a:t>
            </a:r>
            <a:r>
              <a:rPr lang="en-US" sz="4400" dirty="0"/>
              <a:t>, and HAWK,” </a:t>
            </a:r>
            <a:r>
              <a:rPr lang="en-US" sz="4400" i="1" dirty="0"/>
              <a:t>ACM Transactions on Reconfigurable Technology and Systems</a:t>
            </a:r>
            <a:r>
              <a:rPr lang="en-US" sz="4400" dirty="0"/>
              <a:t>, vol. 18, no. 4, article 52, 2025.</a:t>
            </a:r>
          </a:p>
          <a:p>
            <a:pPr marL="0" indent="0">
              <a:buNone/>
            </a:pPr>
            <a:r>
              <a:rPr lang="en-US" sz="4400" dirty="0"/>
              <a:t>[13] D. E. S. Kundi, J. M. Bermudo Mera, P.-Y. Strub, and M. Hutter, “High-Performance NTT Hardware Accelerator to Support ML-KEM and ML-DSA,” </a:t>
            </a:r>
            <a:r>
              <a:rPr lang="en-US" sz="4400" i="1" dirty="0"/>
              <a:t>Workshop on Attacks and Solutions in Hardware Security</a:t>
            </a:r>
            <a:r>
              <a:rPr lang="en-US" sz="4400" dirty="0"/>
              <a:t>, pp. 100–105, 2024.</a:t>
            </a:r>
          </a:p>
          <a:p>
            <a:pPr marL="0" indent="0">
              <a:buNone/>
            </a:pPr>
            <a:r>
              <a:rPr lang="en-US" sz="4400" dirty="0"/>
              <a:t>[14] H. S. Ogawa, T. B. Paiva, M. A. Simplicio Jr., S. M. Hafiz, and B. Yildiz, “Efficient Conflict-Free NTT Hardware Architecture with Single-Port RAMs: Applications to ML-DSA,” </a:t>
            </a:r>
            <a:r>
              <a:rPr lang="en-US" sz="4400" i="1" dirty="0"/>
              <a:t>IACR Cryptology </a:t>
            </a:r>
            <a:r>
              <a:rPr lang="en-US" sz="4400" i="1" dirty="0" err="1"/>
              <a:t>ePrint</a:t>
            </a:r>
            <a:r>
              <a:rPr lang="en-US" sz="4400" i="1" dirty="0"/>
              <a:t> Archive</a:t>
            </a:r>
            <a:r>
              <a:rPr lang="en-US" sz="4400" dirty="0"/>
              <a:t>, Paper 2026/621, 2026.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0959D-A723-FE5A-BB7D-4D67BA45C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FFC40D-B062-39DF-2A98-27DEBC23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53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55D6-5057-6B8B-D43F-AF007EAC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068" y="2204864"/>
            <a:ext cx="5832647" cy="1512168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 ! </a:t>
            </a:r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PK" sz="6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36EA67-A737-8BC2-C6CA-1694C2F6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782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3629</TotalTime>
  <Words>1409</Words>
  <Application>Microsoft Office PowerPoint</Application>
  <PresentationFormat>Custom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Calibri</vt:lpstr>
      <vt:lpstr>Wingdings</vt:lpstr>
      <vt:lpstr>Tech 16x9</vt:lpstr>
      <vt:lpstr>Hardware Design and Verification of Dilithium – Post Quantum Digital Signature Algorithm</vt:lpstr>
      <vt:lpstr> Background</vt:lpstr>
      <vt:lpstr>What is Dilithium?</vt:lpstr>
      <vt:lpstr>PROBLEM STATEMENT</vt:lpstr>
      <vt:lpstr> Hardware Literature Review</vt:lpstr>
      <vt:lpstr> Methodology</vt:lpstr>
      <vt:lpstr>Dilithium High-Level Architecture</vt:lpstr>
      <vt:lpstr> Dilithium Major Components</vt:lpstr>
      <vt:lpstr> Keccak Engine – Design </vt:lpstr>
      <vt:lpstr> Keccak Engine – Verification and Synthesis</vt:lpstr>
      <vt:lpstr> Keccak Engine – Verification and Synthesis Outputs</vt:lpstr>
      <vt:lpstr> NTT – Design </vt:lpstr>
      <vt:lpstr> NTT – Verification and Synthesis</vt:lpstr>
      <vt:lpstr> NTT – Verification and Synthesis Outputs</vt:lpstr>
      <vt:lpstr>Comparison with published designs</vt:lpstr>
      <vt:lpstr> Remaining Work</vt:lpstr>
      <vt:lpstr>GANTT CHART</vt:lpstr>
      <vt:lpstr> References</vt:lpstr>
      <vt:lpstr>THANK YOU 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 Ahad</dc:creator>
  <cp:lastModifiedBy>Muhammad Abdul Ahad</cp:lastModifiedBy>
  <cp:revision>27</cp:revision>
  <dcterms:created xsi:type="dcterms:W3CDTF">2026-01-21T20:32:26Z</dcterms:created>
  <dcterms:modified xsi:type="dcterms:W3CDTF">2026-06-16T22:46:57Z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