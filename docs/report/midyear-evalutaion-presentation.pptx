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3"/>
  </p:notesMasterIdLst>
  <p:handoutMasterIdLst>
    <p:handoutMasterId r:id="rId24"/>
  </p:handoutMasterIdLst>
  <p:sldIdLst>
    <p:sldId id="257" r:id="rId5"/>
    <p:sldId id="268" r:id="rId6"/>
    <p:sldId id="273" r:id="rId7"/>
    <p:sldId id="275" r:id="rId8"/>
    <p:sldId id="276" r:id="rId9"/>
    <p:sldId id="277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78" r:id="rId20"/>
    <p:sldId id="279" r:id="rId21"/>
    <p:sldId id="280" r:id="rId2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>
      <p:cViewPr varScale="1">
        <p:scale>
          <a:sx n="112" d="100"/>
          <a:sy n="112" d="100"/>
        </p:scale>
        <p:origin x="498" y="11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6/16/2026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07.23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1 123,'1'7,"1"0,0 0,1 0,-1 0,1-1,1 1,-1-1,1 1,7 8,9 18,-1 5,44 64,-42-71,35 44,-50-68,0 0,0-1,1 0,-1 0,1-1,1 0,-1 0,1 0,0-1,10 3,-13-5,0-1,1 0,-1 0,1 0,-1-1,1 0,0 0,-1 0,1-1,-1 0,1 0,-1 0,0-1,1 0,-1 0,0 0,7-4,17-8,1 2,1 1,42-9,-37 11,186-71,-202 72,62-20,26-12,-75 26,2 2,41-10,-41 13,0-2,36-16,-31 11,74-21,-70 25,61-26,-61 20,-34 16,-1-1,1-1,-1 0,0 0,0-1,0 0,-1 0,0-1,0 0,0-1,-1 1,12-15,-12 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07.83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0,'879'0,"-860"1,-1 1,31 7,31 3,19 1,-18-2,-76-10,-10-1,-3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3T23:14:10.35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0,'10089'24'0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2.77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0,'20'1,"0"2,35 7,-8 0,6 0,-29-5,0-1,42 2,92-9,131 5,-197 9,30 2,-50-13,11 1,87 12,-89-6,129-4,-124-4,103 10,89 15,-129-14,-114-7,469 23,-290-14,-13-1,116 3,221-2,-328-14,-88 1,13-1,157 19,-163-7,178-8,-139-5,6 16,4-1,2576-13,-2720 0,51-10,-51 5,55-1,64-4,3-1,-42 15,151-6,-194-9,-50 8,0 0,32 0,-33 2,0 0,25-6,37-3,-13 0,-18 1,-32 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7.93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21570 767,'-67'-1,"10"0,-1 2,-94 14,-37 10,68-11,74-10,-56 12,12 0,-128 7,196-21,-228 4,-25 2,-154 18,266-19,-294 12,67-6,15-2,-682 41,408-33,282 3,-283 14,452-27,-289 6,-55 9,-4 0,236-13,15 1,-2579-13,2665-11,5 0,-682 12,739-12,2-1,-21 15,48 0,-187-19,47-12,241 28,-419-26,374 24,-108-18,104 10,-85-2,84 9,-82-16,83 10,-84-4,88 10,-86-16,89 10,-102-3,89 9,-96-16,98 9,-98-2,117 10,-98-17,94 10,-68-3,2 1,-23-1,101 11,0-3,-52-11,51 7,-91-6,-130-9,112 7,115 11,-18-5,34 6,0 1,-30-1,-86-6,-15-1,118 10,-48-8,-25-1,-9-1,81 6,-56-1,-477 8,542-2,-51-10,50 6,-48-2,-1253 8,8002-1,-6393 12,-8 0,1603-13,-1908 1,-16-1,0 3,-81 12,83-7,-81 1,-1 1,-153 1,19-2,-221 6,44-5,-85 25,372-25,-421 12,280-10,10 1,-9 0,-1 0,-1465-13,1584-11,1-1,157 13,-65 0,0-3,-107-18,133 11,1 3,-113 1,201 4,55-10,-38 5,-1 2,2 3,80 5,-23-1,928-2,-1034 0,-1 0,1-1,0 1,0 0,0 0,0 0,-1 0,1 0,0 0,0 0,0 0,0 0,0 0,-1 0,1 1,0-1,0 0,0 1,-1-1,1 1,0-1,0 0,-1 1,1 0,0-1,0 2,-19 10,-39 9,-92 3,119-20,0 0,0-2,-44-3,43 0,1 1,-1 2,-38 6,-80 11,51-9,-8-1,-179-7,133-4,-9 14,-3 1,75-12,-103 15,171-14,-27 4,46-6,0 1,0-1,0 1,0 0,0 0,0-1,0 1,0 1,0-1,0 0,1 0,-1 1,1-1,-1 1,1-1,-1 1,-1 2,3-3,0 0,0 0,0 0,0-1,0 1,0 0,0 0,0 0,0 0,0 0,1 0,-1-1,0 1,1 0,-1 0,0 0,1-1,-1 1,1 0,-1 0,1-1,0 1,-1 0,1-1,0 1,-1-1,1 1,0-1,0 1,-1-1,1 0,0 1,1-1,30 13,-10-8,1-2,0 0,0-1,0-2,29-2,-26 1,-1 0,1 2,49 8,-14 0,0-2,0-3,106-7,-44 0,219 27,11 1,-285-25,97 13,-46-4,157-8,-197-2,-210 3,-147-4,70-22,121 14,-101-4,-79 1,190 4,-259-17,270 23,1-3,-90-20,88 12,1 4,-85-2,104 10,-62-11,63 6,98 10,62-4,-24-1,1001 2,-1085 0,-3 0,-1 1,1-1,0 0,0 0,0-1,0 1,0-1,0 1,-1-1,1 0,0 0,-1 0,1 0,3-3,-6 4,0-1,0 1,-1-1,1 0,0 1,0-1,-1 1,1-1,0 1,-1-1,1 1,-1-1,1 1,-1 0,1-1,-1 1,1 0,-1-1,1 1,-1 0,1-1,-1 1,0 0,1 0,-1 0,1 0,-1 0,0 0,1 0,-1 0,0 0,1 0,-1 0,1 0,-2 0,-26-4,-122 2,92 3,-1-3,-60-9,-113-14,135 16,-165 4,152 7,-110-13,-93-18,-31 25,43 3,193-10,-42-2,-104 0,120 2,-185 9,146 5,64-3,189-30,-41 22,0 1,1 3,-1 1,1 2,52 5,6-2,70-4,179 5,-152 19,-113-10,97 1,64 2,-134-5,-10 0,69 2,689-12,-840 1,0 0,33 9,31 2,-33-8,90 19,-17-2,-60-11,-28-4,51 1,-31-3,87 16,-87-10,90 4,-101-13,263 12,712 44,-401-43,263 32,-352-20,120-2,-517-18,717 21,-398-15,-11 0,320 1,489-1,-755-15,2396 3,-2587-12,3 0,-285 12,454-14,156 2,-386 15,-101-15,-3-1,838 14,-949 1,51 8,-50-5,48 3,635-9,-684-1,52-8,-52 5,50-3,-56 9,42-3,-61 2,-1-1,1 1,-1-1,1 1,-1-1,0 0,1 0,-1 0,0 0,0-1,0 1,1-1,-1 1,-1-1,1 1,0-1,0 0,-1 0,1 0,2-4,-4 5,0-1,0 1,0-1,1 1,-1-1,-1 1,1 0,0-1,0 1,0-1,-1 1,1-1,-1 1,1 0,-1-1,1 1,-1 0,0 0,0-1,0 1,0 0,1 0,-1 0,-1 0,1 0,0 0,0 0,0 1,0-1,-1 0,1 1,0-1,-1 1,1-1,-3 0,-54-18,55 18,-170-47,-39-10,-194-12,271 50,-515-65,229 42,118 15,-737-59,530 50,-506-13,-184-1,495 12,-1103-62,1575 84,-237-12,-56-8,59 3,132-1,198 17,-148 0,229 16,-58-11,40 4,65 8,-1 0,1-1,0 0,-17-6,26 8,0 0,0 0,0 0,0 0,0 0,0 0,-1 0,1 0,0 0,0 0,0 0,0 0,0-1,0 1,0 0,0 0,0 0,0 0,0 0,-1 0,1 0,0-1,0 1,0 0,0 0,0 0,0 0,0 0,0 0,0-1,0 1,0 0,0 0,0 0,0 0,0 0,1 0,-1-1,0 1,0 0,0 0,0 0,0 0,0 0,0 0,0 0,0 0,0-1,0 1,1 0,-1 0,0 0,0 0,0 0,0 0,0 0,1 0,11-8,17-3,8 5,1 2,-1 1,1 2,50 4,0 0,72-5,149 5,-186 8,52 2,242 12,-92-2,39 13,-20-1,220 21,29 2,350 17,-430-45,-62-6,555 42,-773-56,172 2,1057-13,-1438 3,1 1,-1 1,29 8,-47-11,-122 2,-266-1,-246-5,411-8,-97-3,-2068 15,1590 36,33-1,65 13,215-7,-104 4,256-27,-275 14,289-33,360-1,52 1,129 15,35 10,-147-16,180-7,-134-5,935 3,-890 13,-5-1,-29-14,136 4,-201 9,46 2,140-14,-353 1,-64 1,-228-28,-123-20,233 24,-59-1,5 10,129 4,8 1,-220-5,-397 15,714 5,60-6,-1 0,1 1,-1-1,1 0,-1 0,1 1,-1-1,1 1,-1 0,1-1,0 1,-1 0,1 0,0 0,0 0,-1 0,1 0,0 0,0 0,0 1,0-1,1 0,-1 0,0 1,0-1,1 1,-1-1,1 1,-1-1,1 1,0-1,0 1,-1-1,1 1,1 2,-1-3,1 1,0-1,0 1,0-1,0 1,0-1,0 0,1 1,-1-1,0 0,1 0,-1 0,1 0,-1 0,1 0,0 0,-1-1,1 1,0-1,1 1,45 11,-35-10,29 6,83 2,-3 0,-104-7,480 51,172-3,-327-21,347 7,-567-32,668 36,1861 8,-1938-35,-349-4,375 9,746 10,1345-30,-2289-46,-382 26,33 2,-182 18,25-4,-35 5,0 0,0 0,-1 0,1 0,0-1,0 1,0 0,0 0,0-1,0 1,0-1,0 1,-1 0,1-1,0 0,0 1,-1-1,1 1,0-1,-1 0,1 0,0 1,-1-1,1-1,-1 1,-1 0,1 0,-1 1,1-1,-1 0,0 1,1-1,-1 1,0-1,0 1,1-1,-1 1,0-1,0 1,0-1,1 1,-1 0,0 0,0-1,0 1,0 0,0 0,-1 0,-29-3,21 2,-34-6,-1 0,-79-3,-178 13,-441-5,544-10,-93-1,-754 14,761 14,153-6,-233 35,265-30,-138 25,65-6,119-21,52-12,1 0,-1 0,1 1,-1-1,1 0,-1 1,1-1,0 1,-1-1,1 1,0 0,-1 0,1-1,0 1,-2 2,16 5,42-1,998-5,-505-5,-284-9,3 0,-172 8,166-29,-135 16,238 0,-336 15,0 0,37-10,-22 5,-42 7,0 0,1 0,-1 0,0-1,0 1,1 0,-1-1,0 1,1 0,-1-1,0 1,0-1,0 0,0 1,0-1,0 0,0 0,0 0,0 0,0 0,0 0,1-1,-2 1,0 0,0 0,-1 0,1 0,0 0,0 0,-1 0,1 0,0 0,-1 1,1-1,-1 0,1 0,-1 0,0 1,1-1,-1 0,0 0,1 1,-1-1,0 1,-1-1,-4-4,-1 1,0-1,0 2,0-1,-1 1,-8-3,-464-79,309 56,-73-8,-14 5,-136-8,-150 4,-75 1,-810 36,1533-2,319 16,-182-1,-44-4,-32 5,525 28,-332-32,-4 1,1225-13,-1605 0,-48-9,-17-2,36 8,-71-16,72 10,-79-4,-131-10,-42-1,-360 27,648-2,0 1,0 2,1-1,-1 2,0 0,1 2,0-1,0 2,1 1,-1 0,-15 10,30-16,1-1,-1 0,0 1,0-1,1 1,-1 0,1-1,-1 1,1 0,0 0,-1 0,1 0,0 0,1 0,-1 0,0 1,0 3,1-4,0 0,0-1,0 1,1 0,-1-1,1 1,-1 0,1-1,0 1,-1-1,1 1,0-1,0 1,0-1,0 0,1 0,-1 1,2 1,3 1,0 0,1 0,-1 0,1-1,0 0,0 0,0-1,0 1,10 0,58 11,-15-2,0-2,89 2,-90-12,83 13,-33-3,195-8,-144-5,37 6,217-6,-235-23,-43 4,-105 17,52-15,17-3,-46 12,63-20,-42 10,-19 4,-2-2,67-33,-117 49,0 1,0-1,-1 0,1-1,-1 1,1-1,-1 1,0-1,-1 0,1 0,-1 0,1-1,-1 1,-1 0,1-1,-1 0,1 1,0-8,3-5,0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9.2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320 0,'-10'1,"0"0,1 1,-1 0,-12 4,-34 6,-14-13,54-1,0 1,0 1,0 1,0 0,-21 6,36-7,0 0,1 0,-1 0,0 0,1 0,-1 0,0 1,1-1,-1 0,1 0,-1 1,0-1,1 0,-1 1,1-1,-1 1,1-1,-1 1,1-1,-1 1,1-1,0 1,-1-1,1 1,0 0,-1-1,1 1,0 1,12 12,36 10,-41-21,16 7,0-1,1-2,0 0,1-1,27 2,125 3,-71-7,147 21,-162-16,73 4,500-14,-753-20,-223-7,213 19,-104-4,131 12,-125-16,112 10,85 7,0 0,0 0,0 0,0 0,0 0,0 1,0-1,0 0,0 0,0 0,0 0,0 0,1 0,-1 0,0 0,0 0,0 0,0 0,-1 0,1 1,0-1,0 0,0 0,0 0,0 0,0 0,0 0,0 0,0 0,0 0,0 0,0 0,0 0,0 0,0 0,0 0,0 1,0-1,0 0,0 0,0 0,0 0,-1 0,1 0,0 0,0 0,0 0,0 0,0 0,0 0,0 0,0 0,0 0,0 0,10 6,18 5,66 3,135 3,98-17,-133-2,-74 4,130-5,-228-2,-22 5,1 0,-1 0,0-1,0 1,0 0,0 0,0 0,0 0,1 0,-1 0,0-1,0 1,0 0,0 0,0 0,0 0,0 0,0-1,0 1,0 0,0 0,0 0,0 0,0-1,0 1,0 0,0 0,0 0,0 0,0-1,0 1,0 0,0 0,0 0,0 0,0 0,-1-1,1 1,0 0,0 0,0 0,0 0,0 0,0 0,0-1,-1 1,1 0,0 0,0 0,0 0,0 0,0 0,-1 0,-2-2,-1 1,0-1,0 1,1 0,-1 0,0 0,0 0,-5 1,-27-4,-66-16,70 12,0 2,-62-5,35 10,-85-12,102 7,1 2,-1 2,-78 5,119-3,-1 0,1 0,-1 0,1 0,-1 0,0 1,1-1,-1 0,1 1,-1-1,1 1,0 0,-1-1,1 1,-3 2,5-3,-1 1,0-1,0 1,1-1,-1 1,0-1,1 1,-1-1,1 1,-1-1,1 1,-1-1,1 1,-1-1,1 0,-1 1,1-1,-1 0,1 1,-1-1,1 0,0 0,-1 0,2 1,52 15,-30-11,14 5,1-2,0-1,65 2,-62-7,44 7,32 2,92 1,35 1,-181-13,543 13,-19 21,65 5,174 33,-316-38,171 15,47 4,-397-32,729 20,-699-30,189 1,-180-10,408-5,-242-33,-52 2,268-22,-483 38,-40 5,52-15,-242 25,75 2,13 0,-90-8,-23 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20.12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1060 1,'-34'0,"0"1,0 2,0 1,1 1,-51 16,63-15,-1-1,-27 2,-19 4,33-5,0-2,0-2,0-1,-43-4,29 0,-55 5,85 1,0 1,1 1,-27 9,-22 7,51-18,-1 2,-30 12,45-16,0 0,0 0,0 0,0 0,0 0,0 1,0-1,1 1,-1-1,0 1,1 0,-1 0,1 0,-1 2,1-3,1 0,0 0,0 1,0-1,0 0,0 0,0 0,1 0,-1 1,0-1,1 0,-1 0,1 0,-1 0,1 0,-1 0,1 0,0 0,-1 0,1 0,0 0,0 0,0 0,0-1,0 1,0 0,0-1,0 1,2 0,12 8,1-2,0 1,0-2,1 0,0-2,0 1,23 1,11 5,-220-48,152 32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2.5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5.7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5.9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9:03.7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9:03.9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21:26.4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3600 218,'-100'1,"-110"-3,172-3,-53-14,9 1,-90-21,-6-1,128 31,-35-6,-166-7,79 11,-1-1,-316 13,471 0,0 1,-31 7,-31 3,-1-4,76-8,-1 1,1 0,-1 1,1-1,-1 1,1 0,0 0,0 1,0 0,0 0,-8 6,13-9,-1 1,1 0,-1-1,1 1,0-1,-1 1,1 0,0 0,-1-1,1 1,0 0,0-1,-1 1,1 0,0 0,0-1,0 1,0 0,0 0,0-1,0 1,0 0,1 0,-1-1,0 1,0 0,1 0,-1-1,0 1,1 1,23 18,33 4,30 7,-44-14,0-3,46 10,-9-1,-60-15,0-2,30 6,95 18,-86-17,77 9,-80-14,81 22,-89-18,0-2,79 6,-65-10,63 12,-72-8,-1-3,60 1,-83-7,52 9,-50-5,44 2,-22-6,90 15,-73-10,112-6,-154-1,-53-1,0-1,-45-11,35 6,-40-11,46 10,-53-8,-35-6,-9-1,-117 0,153 13,52 5,-56-1,-238 8,366 1,50 8,28 3,-104-13,36 1,82 12,-44 1,1-4,96 0,-168-10,32 0,0 1,61 11,-46-5,0-2,0-2,63-6,-8 0,381 3,-471-2,1-2,0 0,-1-2,0 0,0-2,-1 0,40-22,49-17,-108 46,-1 1,0-1,0 0,0 0,0 0,1 0,-2 0,1-1,0 1,0 0,0-1,-1 0,1 1,0-1,-1 0,2-2,-3 3,1 0,-1-1,1 1,-1 0,0-1,0 1,1 0,-1-1,0 1,0-1,-1 1,1 0,0-1,0 1,-1-1,1 1,0 0,-1 0,-1-3,0 0,0 1,-1 0,1 0,-1 0,0 0,1 0,-2 1,1-1,0 1,0 0,-1 0,1 0,-1 0,0 1,1 0,-1-1,-4 0,-79-20,63 15,0 0,-1 2,1 0,-30 0,-60-7,77 7,-50-1,27 4,38 0,-1 2,1 0,-1 1,-41 8,58-7,-1 1,1 0,0 0,0 0,0 1,0 0,1 0,-1 1,1 0,0 0,-5 6,9-9,-1-1,1 1,0 0,-1-1,1 1,0 0,0-1,0 1,1 0,-1 0,0 0,1 0,-1 0,1 0,0 0,-1 0,1 0,0 0,0 0,0 0,1 0,-1 0,0 0,1 0,0 0,-1 0,1 0,0 0,0 0,0 0,0-1,0 1,0 0,1-1,-1 1,0-1,1 1,-1-1,1 0,0 1,2 0,9 5,1 0,0-1,1-1,-1 0,1-1,30 4,33 10,-78-18,1 0,-1 0,1 0,-1 0,1 0,0 0,-1 0,1 0,-1 0,1 0,-1 1,1-1,-1 0,1 0,-1 1,0-1,1 0,-1 1,1-1,-1 1,0-1,1 0,-1 1,0-1,1 1,-1-1,0 1,0-1,1 1,-1-1,0 1,0-1,0 1,0-1,0 1,0-1,0 1,0-1,0 2,-17 15,-8 8,25-24,-1 0,1 0,-1 0,1 0,0 0,0 0,0 0,0 1,0-1,0 0,0 0,0 0,0 0,0 0,0 0,1 0,-1 0,0 0,1 0,-1 0,1 0,-1 0,1 0,0 0,-1 0,1 0,0-1,0 1,-1 0,1 0,0-1,1 1,6 6,0-2,1 1,0-1,0 0,0-1,0 0,1-1,-1 0,1 0,0-1,17 2,12-2,67-2,-49-2,-53 2,0 0,0-1,0 1,0-1,0 0,0 0,0 0,0 0,0-1,-1 0,8-4,-11 6,1-1,0 1,-1-1,1 0,-1 1,1-1,-1 0,1 1,-1-1,1 0,-1 0,1 1,-1-1,0 0,0 0,1 0,-1 1,0-1,0 0,0 0,0 0,0 0,0-1,-1 1,1-1,-1 0,0 0,0 1,0-1,0 0,0 1,0-1,-1 1,1-1,0 1,-1 0,1-1,-4-1,-11-8,-1 0,-1 1,0 0,0 2,-1 0,0 1,-22-5,-14 0,-72-6,56 8,30 4,-66-2,80 8,1 1,0 1,-47 10,15 1,-86 9,20 1,93-16,0-1,0-1,-39 1,-605-7,627-1,-57-10,30 2,-273-34,262 31,-125-3,51 5,-5-1,-195 13,934-1,-547-1,53-10,-52 6,51-3,-65 8,35-2,-47 2,0 0,0-1,0 1,0-1,0 1,0-1,0 0,0 0,-1 1,1-1,0-1,0 1,-1 0,1 0,-1-1,1 1,-1-1,1 1,0-3,-2 4,1-1,-1 1,0-1,0 1,0-1,0 0,0 1,0-1,0 1,0-1,0 1,0-1,0 1,0-1,-1 1,1-1,0 1,0-1,0 1,-1-1,1 1,0-1,-1 1,1-1,0 1,-1 0,1-1,-1 1,1-1,-1 1,1 0,0 0,-1-1,1 1,-1 0,1 0,-1 0,1-1,-1 1,0 0,0 0,-29-6,25 5,-83-18,54 10,0 2,0 2,-50-3,44 7,-47-9,47 4,-50 0,36 3,-103-18,102 11,-98-4,10 2,-7 1,78 10,-69 3,140-2,-1 0,1 0,0 0,0 0,-1 0,1 0,0 1,0-1,-1 0,1 1,0-1,0 1,0-1,0 1,0-1,-1 1,1 0,0-1,0 1,1 0,-2 1,2-1,0 0,0-1,0 1,1 0,-1 0,0 0,1-1,-1 1,1 0,-1-1,1 1,-1 0,1-1,-1 1,1 0,0-1,-1 1,1-1,0 1,-1-1,1 0,1 1,53 26,-21-17,1-1,0-2,40 3,-55-7,149 20,-96-16,-48-6,0 2,0 1,40 11,-39-8,2-1,48 5,15 2,-59-8,1-2,0-1,39-3,-49 0,-54 1,0-2,0-2,1-1,-53-15,40 10,-2 1,-63-5,81 12,-112-24,99 17,1 2,-81-5,82 10,-46-7,46 3,-48 0,66 6,15-1,0 0,0 1,-1 0,1 0,0 0,0 0,0 1,0 0,0 0,0 0,0 1,0 0,1 0,-10 5,14-7,0 0,-1 1,1-1,-1 1,1-1,0 0,0 1,-1-1,1 1,0-1,0 1,-1-1,1 1,0-1,0 1,0-1,0 1,0-1,0 1,0-1,0 1,0 0,0-1,0 1,0-1,0 1,0-1,1 1,-1-1,0 1,0-1,1 0,-1 1,0-1,0 1,1 0,23 14,28 1,150 13,-128-21,74 18,-98-17,85 6,-24-4,-61-6,53-3,-61-2,0 2,54 8,-71-5,0-2,1 0,-1-2,38-3,-62 2,0 0,0 0,0 0,-1 0,1 0,0 0,0 0,-1 0,1 0,0 0,0-1,-1 1,1 0,0 0,-1-1,1 1,0 0,-1-1,1 1,0-1,-1 1,1-1,-1 1,1-1,-1 0,1 0,-14-11,-33-7,-4 4,-22-8,-100-19,89 19,66 17,0 1,0 0,-1 2,-19-3,-10 1,-57-14,66 11,0 1,-67-2,29 8,-108 4,180-3,0 0,1 1,-1 0,1 0,-1 0,1 0,-1 0,1 1,0-1,0 1,-1 0,1 0,1 0,-1 1,0-1,-4 5,7-6,-1 1,0-1,0 1,1-1,-1 1,1-1,-1 1,1 0,0-1,0 1,-1-1,1 1,0 0,1-1,-1 1,0 0,0-1,1 1,-1-1,1 1,-1 0,1-1,0 1,-1-1,1 0,0 1,0-1,0 0,0 1,0-1,1 0,-1 0,0 0,0 0,1 0,-1 0,3 1,25 19,0-1,49 25,53 15,3-7,1-5,154 33,-107-37,18 3,-15-9,22 5,-157-31,92 8,-158-23,0-2,0 0,-21-11,-55-17,20 17,-77-30,-16-2,-13 1,78 24,-199-55,56 23,66 17,140 24,32 11,-1 0,1 1,0 0,-1 0,1 0,-1 1,0 0,1 0,-1 0,0 1,-7 0,13 0,0 1,0-1,0 0,0 1,0-1,1 1,-1-1,0 0,0 1,0-1,0 1,1-1,-1 0,0 1,0-1,1 0,-1 1,0-1,1 0,-1 1,0-1,1 0,-1 0,1 0,-1 1,0-1,1 0,-1 0,1 0,-1 0,1 0,-1 0,0 0,1 0,-1 0,1 0,0 0,22 10,255 66,-240-67,-8-2,220 44,-221-46,42 13,-47-11,-1-1,49 5,100 12,-117-13,107 4,-16-2,8 0,-110-10,-31-1,0 0,0-1,0 0,0-1,1 0,23-7,-36 8,0 0,1 0,-1-1,0 1,0 0,0-1,-1 1,1-1,0 1,0-1,0 0,0 1,0-1,-1 0,1 1,0-1,0 0,-1 0,1 0,-1 0,1 0,-1 0,1 0,-1 0,1 0,-1 0,0 0,0 0,0 0,1 0,-1 0,0 0,0 0,0 0,-1 0,1 0,0 0,0 0,0 0,-1 0,1 0,-1 0,1 0,-1 0,1 0,-1 0,1 0,-1 0,0 1,1-1,-1 0,0 0,-1 0,-3-4,-1 0,1 0,-1 1,0 0,0 0,-10-5,-167-54,139 46,-52-12,-14-4,-511-154,598 181,-230-53,199 48,44 8,-1 1,1 0,0 1,-1 0,0 0,1 1,-1 1,-17 3,28-4,-1 0,1 0,-1 0,1 0,0 0,-1 0,1 0,-1 0,1 0,-1 0,1 1,0-1,-1 0,1 0,0 1,-1-1,1 0,-1 0,1 1,0-1,0 0,-1 1,1-1,0 1,0-1,-1 0,1 1,0-1,0 1,0-1,0 1,0-1,-1 0,1 1,0-1,0 1,0 0,15 12,33 8,-44-19,63 20,136 28,-87-24,31 1,15 5,-78-14,102 8,-43-8,126 10,-46-7,17 2,259-8,-445-15,65-1,136 16,-147-6,146-7,-128-3,-126 1,0 0,0 0,0 0,0 0,0 0,0 0,0 0,0-1,0 1,0 0,0 0,0 0,-1 0,1 0,0 0,0 0,0 0,0 0,0 0,0 0,0 0,0-1,0 1,0 0,0 0,0 0,0 0,0 0,0 0,0 0,1 0,-1 0,0 0,0 0,0 0,0-1,0 1,0 0,0 0,0 0,0 0,0 0,0 0,0 0,0 0,0 0,0 0,0 0,0 0,1 0,-1 0,0 0,0 0,0 0,0 0,0 0,-11-7,-16-6,-109-36,-230-49,167 48,137 37,20 4,0 1,-78-4,69 11,-1-3,-52-9,90 10,0 0,-1 2,1-1,-1 2,1 0,-1 0,1 2,-24 4,36-6,1 1,0-1,-1 1,1-1,-1 1,1-1,0 1,0 0,-1 0,1 0,0-1,0 1,0 0,0 1,0-1,0 0,0 0,1 0,-1 0,0 1,0-1,1 0,-1 1,1-1,0 1,-1-1,1 0,0 1,0-1,0 1,-1-1,2 1,-1-1,0 1,0-1,0 0,1 1,-1-1,1 1,-1-1,1 0,-1 1,1-1,0 0,0 0,0 1,1 0,2 4,1 0,0-1,0 0,1 0,-1 0,1-1,0 0,7 4,26 12,2-1,0-3,80 21,-74-25,75 15,-11-4,7 1,82 0,-67-1,-98-15,1-2,67 4,-70-8,48 8,-50-5,51 1,-138-9,-75-13,68 11,49 4,43 1,80 3,170-6,-260 0,1-1,-1-1,0-1,25-12,-3 3,-24 9,1 1,-1-2,-1 0,21-10,-35 15,0 1,1 0,-1 0,0-1,0 1,1-1,-1 0,0 1,-1-1,1 0,0 0,-1 0,1-1,-1 1,1 0,-1-1,0 1,0 0,0-1,0 1,-1-1,1 0,-1 1,1-1,-1 1,0-1,0 0,0 1,-1-5,-1 3,0 1,0-1,0 1,-1 0,1-1,-1 1,0 0,0 1,0-1,0 0,0 1,0 0,-1 0,1 0,-7-3,-58-20,5 7,14 5,-89-35,116 39,-1 1,-42-9,41 12,0-1,-36-15,21 7,0 2,-1 1,-81-11,-1 0,69 8,-40-9,85 21,0 1,0 0,0 1,0 0,0 0,0 1,0 0,-14 3,22-4,-1 0,1 0,-1 0,0 0,1 1,-1-1,0 0,1 0,-1 1,1-1,-1 0,1 0,-1 1,1-1,-1 1,1-1,-1 1,1-1,-1 1,1-1,0 1,-1-1,1 1,0-1,-1 1,1-1,0 1,0 0,0-1,-1 1,1 0,0-1,0 2,15 16,32 9,-3-7,18 7,73 21,245 56,41-24,-391-75,337 48,-278-45,-40-5,-1 2,62 16,-80-15,-1-1,1-2,34 0,-27-1,53 8,-10-2,-61-6,-23-2,-30-1,1-2,-1-2,0-1,1-1,0-2,-33-13,26 8,-1 3,-55-8,-14-4,-39-4,-7-2,113 21,0 1,-1 3,0 2,-78 5,16 0,101-3,1 1,0-1,0 1,0-1,0 1,0 0,0 1,0-1,0 1,1 0,-1 0,-6 4,9-5,0 0,1-1,-1 1,0 0,1 0,-1-1,0 1,1 0,-1 0,1 0,-1 0,1 0,0 0,-1 0,1 0,0 0,0 0,0 0,0 0,0 0,0 2,0-2,1 1,0 0,0 0,0 0,0-1,0 1,0 0,0-1,0 1,1-1,-1 1,1-1,-1 0,1 1,2 0,12 8,-1 0,2-2,-1 0,1-1,23 7,93 18,-126-30,170 45,-142-38,42 4,-49-9,0 1,-1 1,35 13,-22-6,2-1,-1-2,54 5,-10-2,-51-9,0-1,61-3,26 2,-92 2,54 15,-58-12,1-1,49 5,85 4,-130-11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27:46.47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971 78,'-71'-22,"3"15,-174-12,213 20,-3 0,0-1,-1-2,1-1,-34-8,27 5,-1 1,0 2,0 1,-52 6,-2-1,73-3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04:30.66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28,'45'0,"9"1,-1-3,81-11,-72 5,-1 3,124 6,-66 1,593-2,-703 1,0-1,0 1,0 0,-1 1,10 3,-3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24:37.97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23 0,'1044'-23'0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24:45.83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72,'927'0,"-909"-1,0-1,31-7,32-3,29 0,-75 7,56-2,-65 5,-1 0,25-6,39-3,-69 10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24:49.81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1,'1117'0,"-1099"1,-1 0,33 9,31 2,275-12,-336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24:52.019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75 0,'879'0,"-855"1,-1 2,32 7,9 1,53 10,-79-12,0-2,54 3,-88-10,-1 0,1 0,0 0,-1 1,1-1,0 1,-1 0,1 0,-1 0,1 1,3 2,-6-4,-1 0,1 1,-1-1,0 0,0 1,1-1,-1 1,0-1,0 0,1 1,-1-1,0 1,0-1,0 0,0 1,1-1,-1 1,0-1,0 1,0-1,0 1,0-1,0 1,0-1,0 1,-1-1,1 1,0-1,0 0,-1 2,-20 18,-13 0,-53 22,15-8,51-24,-1-2,-1-1,0-1,0 0,-32 2,23-3,-58 16,46-8,-1-2,-1-2,-57 4,47-9,29-3,1 1,-40 8,39-5,0-1,-28 0,33-3,1 0,0 2,0 0,-33 11,30-7,-1-1,-45 5,48-9,1 2,-1 0,1 1,-29 12,48-17,0 1,0-1,0 1,0 0,1 0,-1-1,0 2,1-1,-1 0,0 0,1 0,-1 1,1-1,0 1,-1-1,1 1,0-1,0 1,0 0,0 0,0-1,1 1,-1 0,0 0,0 3,2-4,0 1,0 0,0-1,0 1,0-1,0 0,0 1,1-1,-1 0,0 0,1 1,-1-1,1 0,-1-1,1 1,0 0,-1 0,1-1,0 1,-1-1,1 1,0-1,0 0,0 1,-1-1,1 0,0 0,2-1,210 3,-154-5,1 4,107 13,-113-8,-1-2,108-5,45 2,-137 10,-48-6,-1-2,31 1,163-5,-1187 2,982 0,1 1,-1 1,0 0,13 5,2 1,23-1,0-1,0-2,0-2,49-5,-73 2,-92-1,-80 3,128 1,5 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45:17.70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1,'690'0,"-672"1,0 0,31 8,31 3,31 1,-76-8,56 2,-44-6,0 2,55 10,-64-9,0-1,68-5,-59 1,51 3,-28 10,-49-8,0 0,33 1,516-6,-548-1,-1 0,0-1,0-2,0 0,-1-1,0-1,0-1,20-10,-27 11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11:09.49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15,'4'-4,"5"-2,2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04:30.66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28,'45'0,"9"1,-1-3,81-11,-72 5,-1 3,124 6,-66 1,593-2,-703 1,0-1,0 1,0 0,-1 1,10 3,-3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24:37.97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23 0,'1044'-23'0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45:28.83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1,'1259'0,"-1216"4,-28 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45:30.73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0 100,'0'-3,"1"0,0 0,-1 0,1 0,0 0,0 0,1 0,-1 0,1 0,-1 1,1-1,0 1,0-1,0 1,0 0,0 0,1 0,-1 0,1 0,-1 0,1 1,0-1,-1 1,1 0,0-1,4 0,11-4,0 1,1 0,21-1,-23 3,44-4,0 2,106 7,-51 1,454-3,-549 1,-1 1,37 9,-13-2,75 16,-101-21,-3 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45:32.719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0,'2445'0'0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2:40.06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140 27,'904'0,"-876"2,51 8,-50-5,49 3,444-9,-495 2,53 10,-52-6,50 3,-42-6,65 11,-90-11,28 2,-1-1,66-5,-56 0,50 5,-28 9,-49-8,0 0,32 0,-16-4,-8 0,1 1,0 1,45 8,-34-3,0-2,0-2,0-2,46-5,8 2,13 0,117 4,-141 10,-49-7,59 3,38-6,139-6,-200-7,-50 6,0 2,32-2,1467 6,-1493 0,54 10,-54-6,52 3,942-9,-1004-1,0 0,0-1,0-1,0 0,-1-2,1 0,-1 0,-1-2,1 0,27-20,-24 17,1 1,0 0,0 2,33-10,-51 18,1 0,-1 0,0 0,1 0,-1 0,0 0,1 1,-1-1,0 1,1-1,-1 1,0 0,0 0,0 0,0 0,0 0,0 1,0-1,0 1,0-1,-1 1,1 0,0-1,-1 1,0 0,1 0,-1 0,0 0,0 0,0 1,0-1,1 5,3 8,-1 0,0 1,3 26,-6-35,2 26,-2 44,-2-59,1 0,0 0,2 0,0-1,1 1,0 0,2-1,10 30,-10-34,0 1,-1 0,-1-1,-1 2,0-1,0 16,7 38,-6-55,-1 0,0 0,-1 0,0 0,-1-1,-1 1,0 0,-1 0,0 0,-1-1,0 1,-1-1,0 0,-1 0,-1 0,0 0,-13 18,16-26,0-1,0 0,-1 0,1-1,-1 1,1-1,-1 0,0 1,0-2,0 1,0 0,0-1,0 0,0 0,0 0,-1 0,-5-1,-12 2,-1-2,-26-3,11 1,16 1,0 1,1 2,-1 0,0 1,0 1,1 1,-33 12,31-11,0-1,-1-1,0-1,0-1,0-1,0-1,-29-4,-21 2,-805 2,861-1,0-1,-31-7,-31-3,-12 11,46 2,-1-2,-77-12,90 8,-1 1,-49 2,52 3,1-2,0-2,-40-7,36 4,1 2,-1 1,-55 2,52 2,-1-1,-61-10,-90-15,151 20,-76-1,76 5,-76-10,82 6,-61 0,65 5,0-2,-57-10,61 7,-1 2,0 0,-28 2,27 1,1-1,-51-10,50 7,0 0,-1 2,-30 1,31 1,0-1,0-1,-37-7,25 2,-2 2,1 2,0 2,-51 4,-5 0,-758-3,837 1,-1 1,-32 7,-31 4,-404-12,234-3,233 3,0 1,-31 7,-32 3,2-12,47-1,-1 1,1 2,-63 11,56-6,-1-2,0-2,1-2,-54-5,-2 2,88 2,0 1,1-1,-1-1,0 1,1-1,-1 0,1-1,-1 1,1-1,0 0,0-1,0 0,0 0,0 0,1-1,-1 1,1-1,0-1,-9-8,7 5,-1 0,1-1,0 0,1 0,0-1,0 1,1-1,-5-15,4 4,1 1,1-1,-3-31,7 45,-1 1,0 0,0 0,0 0,-1 0,0 0,0 0,-1 0,0 1,0-1,0 1,0 0,-1 0,0 0,0 0,-7-6,6 8,1 0,-1 1,1-1,-1 1,0 0,0 0,0 1,0 0,0 0,0 0,-1 0,1 1,0-1,0 1,-1 1,1-1,0 1,0 0,0 0,-5 2,-4 1,0 1,1 1,-1 0,2 1,-1 0,-12 10,20-14,0 1,0 0,0 0,0 0,1 1,0-1,0 1,0 0,1 0,0 1,0-1,0 1,0-1,1 1,0 0,-2 9,4-13,0-1,-1 1,1 0,0-1,1 1,-1 0,0-1,0 1,1-1,-1 1,1-1,-1 1,1-1,0 1,-1-1,1 1,0-1,0 0,0 0,0 1,0-1,0 0,1 0,1 1,-1 0,1-1,0 0,0 0,-1 0,1 0,0 0,0 0,0-1,0 0,0 1,0-1,5-1,-4 1,0 0,1-1,-1 1,0-1,0 0,0 0,0-1,0 1,-1-1,1 0,0 0,-1 0,1 0,-1-1,0 1,1-1,-1 0,-1 0,1 0,2-4,-21 42,11-17,-3 11,0 0,-3 41,10-63,0 1,1-1,0 1,0-1,1 0,0 1,0-1,1 0,0 0,0 0,0 0,1 0,0 0,1-1,4 8,-5-11,0-1,-1 1,1-1,0 0,1 0,-1 0,0 0,0 0,1-1,-1 0,1 0,-1 0,1 0,0 0,-1-1,6 1,68-3,-48 1,36-2,251 5,-231 9,-51-5,61 1,1329-8,-1396 3,51 8,-50-5,49 2,-1-5,107 14,-112-9,1-3,83-6,-30-1,-78 4,0 2,51 11,-42-8,0-2,93-6,-39-1,-3 1,116 5,-154 8,-49-6,0-2,32 2,542-6,-573 3,0 0,28 6,-27-3,-1-2,28 2,639-6,-671 2,-1 0,33 9,31 2,452-10,-258-4,-258 1,0-1,34-7,29-4,-19 13,-32 0,1-1,-1-1,45-8,155-47,-223 56,-1-1,0 0,0 0,0-1,0 1,0-1,-1 0,1-1,-1 1,0-1,0 0,0 0,-1 0,1 0,-1-1,0 1,0-1,-1 0,1 0,-1 0,0 0,0-1,-1 1,0 0,0-1,0 1,0-1,-1-5,1 6,-1-1,0 1,0-1,0 1,-1 0,0-1,0 1,0 0,-1-1,1 1,-1 0,-1 0,1 0,-1 1,1-1,-1 0,-1 1,1 0,-1 0,1 0,-1 0,0 1,-1-1,1 1,0 0,-1 0,0 1,-8-4,-23-4,0 3,0 1,-53-3,79 9,-74-11,46 6,-54-2,-84-5,-5 0,128 12,0-2,-52-9,60 6,-79 1,80 4,-88-10,-114-24,102 27,90 6,-59-9,-20-1,89 10,-62-11,-58-12,91 17,-135 4,174 4,843-1,-788 3,-24 4,-33 4,-76-5,64-4,-51 7,31-1,-128-3,123-5,-98 11,8 2,23-2,-15-1,-172-9,137-4,-47 16,-1 0,-1060-14,1353-12,-22 3,-15 7,8-2,48-16,-74 21,1 0,-1 0,0 0,0 0,1 0,-1 0,0 0,0-1,1 1,-1 0,0 0,0 0,0 0,1 0,-1 0,0 0,0-1,1 1,-1 0,0 0,0 0,0 0,0-1,0 1,1 0,-1 0,0-1,0 1,0 0,0 0,0 0,0-1,0 1,0 0,0 0,0-1,0 1,0 0,0 0,0-1,0 1,0 0,0 0,0-1,0 1,0 0,0-1,-15-7,-30-3,39 9,-47-6,0 2,-1 2,-104 6,45 1,50-5,-93-15,115 13,0 2,-45 4,-53-3,130 0,0-1,0 0,1 0,-1 0,-15-8,30 5,7-5,-13 10,0 0,0-1,0 1,0 0,0-1,0 1,0 0,0 0,0-1,0 1,0 0,0-1,0 1,0 0,0-1,0 1,0 0,-1 0,1-1,0 1,0 0,0 0,0-1,-1 1,1 0,0 0,0-1,0 1,-1 0,1 0,0 0,-1 0,1-1,0 1,0 0,-1 0,1 0,0 0,-1 0,1 0,0 0,0 0,-1 0,1 0,0 0,-1 0,1 0,-1 0,-21-4,0 1,-1 1,0 1,1 1,-29 3,-14 0,44-3,0 0,1-1,-1-1,0-1,1-1,0 0,0-2,0 0,-29-15,22 9,1-2,0-1,2-1,-1-1,-23-23,35 29,0 1,-1 0,0 1,0 1,-24-10,-5-4,42 21,-1 1,1 0,0-1,0 1,0-1,0 1,0-1,1 0,-1 1,0-1,0 0,0 0,1 1,-1-1,0 0,0 0,1 0,-1 0,1 0,-1 0,1 0,0 0,-1-1,1 1,1 0,-1 0,1 0,-1 1,1-1,0 0,-1 1,1-1,0 0,-1 1,1-1,0 1,0-1,0 1,-1 0,1-1,0 1,0 0,0-1,2 1,54-7,647 6,-310 3,-365 0,0 2,0 1,29 8,-36-8,14 2,0-3,0-1,38-1,29 2,-16 7,-52-5,52 1,-38-7,98 13,-74-4,1-4,120-7,-61-1,-27 5,119-4,-105-21,-69 12,64-23,-59 17,-21 7,1 2,0 2,0 1,0 2,51 1,-624 1,251 3,271-3,1-1,0 0,0-1,0 0,0-1,1-1,0 0,-1-1,2-1,-1 0,1 0,-16-13,28 20,-1-1,0 1,0-1,0 0,0 1,0-1,0 0,1 1,-1-1,0 0,1 0,-1 0,0 0,1 0,-1 0,1 0,0 0,-1 0,1 0,0 0,-1 0,1 0,0 0,0 0,0 0,0 0,0 0,0 0,0 0,1-2,0 2,0 0,1-1,-1 1,1 0,-1 0,1 0,0 0,-1 0,1 0,0 0,0 1,-1-1,1 1,0-1,2 0,12-1,0 0,29 0,649 5,-667-2,53 10,-52-6,50 3,26-10,77 4,-61 20,-36-10,-60-7,1-1,30 0,729-5,-766 0,-1 0,33-9,31-2,-50 11,11 0,75-11,-54 4,-1 3,122 6,-65 2,-35-2,92-3,-105-9,-50 6,0 1,32 0,793 5,-847-1,1 0,0 0,0 0,0 0,0 0,0 0,0 0,0 0,0 0,0 0,0 0,0 0,0 1,0-1,0 0,0 0,0 0,0 0,0 0,0 0,0 0,0 0,0 0,0 0,0 0,0 0,0 0,0 1,0-1,0 0,0 0,0 0,0 0,1 0,-1 0,0 0,0 0,0 0,0 0,0 0,0 0,0 0,0 0,0 0,0 0,0 0,0 0,0 0,0 0,1 0,-1 0,0 0,0 0,0 0,-11 6,-16 4,-76 13,67-14,-1-1,1-2,-63 3,-1635-11,1707 1,-54-10,54 6,-52-3,43 6,-64-11,88 11,-21-2,-1 2,-55 3,-34-2,79-12,43 13,1 0,-1 0,0-1,1 1,-1 0,1 0,-1-1,1 1,-1 0,0-1,1 1,-1 0,1-1,0 1,-1-1,1 1,-1 0,1-1,0 0,-1 1,1-1,0 1,-1-1,1 1,0-1,0 1,0-1,-1 0,1 1,0-1,0 0,0 1,0-1,0 1,0-1,0 0,0 1,1-1,-1 0,0 1,0-1,0 1,1-1,-1 1,0-1,1 1,-1-1,0 1,1-1,-1 1,1-1,-1 1,1-1,-1 1,1 0,-1-1,1 1,-1 0,1-1,-1 1,1 0,0 0,-1 0,2-1,9-4,1 0,0 0,0 1,0 0,1 1,-1 1,26-2,96 5,-58 2,-54-3,10-1,0 2,0 1,49 10,84 12,-148-21,-1-1,1-1,18-1,-22-1,1 1,0 1,0 0,21 6,-34-8,-1 1,0 0,0 0,1 0,-1 0,0 0,0 0,1 0,-1 0,0 0,0 0,1 0,-1 0,0 0,0 0,1 0,-1 0,0 1,0-1,1 0,-1 0,0 0,0 0,0 0,1 0,-1 1,0-1,0 0,0 0,0 0,1 1,-1-1,0 0,0 0,0 0,0 1,0-1,0 0,0 0,1 1,-1-1,0 0,0 0,0 1,0-1,0 0,0 0,0 1,0-1,0 0,-1 1,-16 5,-30 1,45-7,-59 10,38-5,-45 3,-23 4,67-7,1-2,-28 1,-25-4,27-2,1 3,-93 14,97-9,-1-2,1-2,-66-5,-69 3,107 12,51-7,1-2,-33 2,-1206-6,1235 2,1 2,-31 6,-11 3,-3-3,28-3,-66 3,84-8,-1 1,-27 6,27-3,-48 2,42-6,-48 10,47-6,-48 2,62-6,0 1,0 1,-1 0,-29 12,29-10,0 0,-1 0,-33 3,-138 16,129-13,41-7,0-1,-26 2,25-4,0 2,0 0,1 1,-1 1,-20 9,-91 42,121-50,1 0,0 1,0 0,0 1,-14 16,16-16,-1 0,0-1,0 0,0 0,-1 0,-18 9,-21 6,-108 40,126-51,1 1,0 2,-28 18,44-25,0 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2:49.10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60,'0'2,"0"-1,1 0,-1 0,1 0,-1 0,1 0,0-1,-1 1,1 0,0 0,0 0,-1 0,1-1,0 1,0 0,0-1,0 1,0-1,0 1,0-1,0 1,0-1,0 0,0 0,1 1,-1-1,2 0,36 4,-35-4,423 3,-218-5,251 2,-443 1,1 1,32 7,31 4,-32-13,-20 0,-1 1,1 1,36 8,-24-3,0-3,1-1,-1-2,45-4,9 0,28 6,133-6,-222-2,50-14,-57 12,0 1,1 1,34-1,-45 6,0-1,1-1,-1 0,25-7,-37 8,0-1,0 0,-1 0,1 0,-1-1,1 1,-1-1,0 0,0 0,0-1,0 1,-1-1,1 0,-1 0,0 0,0 0,0-1,3-8,-10 111,-16-36,15-48,0 1,1-1,0 1,1 0,-1 25,6 83,-4 63,-9-115,7-49,0 0,0 29,5 19,-2 50,0-116,0-1,1 1,-2-1,1 0,0 0,-1 0,0 1,1-1,-1-1,0 1,-1 0,1 0,0-1,-1 1,1-1,-1 0,0 0,0 0,0 0,0 0,0-1,0 1,0-1,-1 0,1 0,-1 0,1-1,-7 2,-12 1,0-1,-1-1,-29-2,33 1,-813-1,810 0,0-2,-29-5,29 3,-1 2,-27-2,-1280 6,1327 0,0-1,1 0,-1 0,0 0,0-1,0 1,0-1,0 1,0-1,1 0,-1 0,0-1,1 1,-1 0,1-1,-1 1,1-1,0 0,-1 0,1 0,-2-3,1 0,1 1,0-1,1 0,-1 0,1 0,0 0,0 0,0-1,1 1,-1 0,2-8,-11-118,0-3,8 90,0 31,2-1,-1 1,2 0,-1 0,2-1,5-24,-5 36,-1 0,1-1,-1 1,1 0,0 0,0 0,0 0,0 1,0-1,0 0,1 1,-1-1,1 1,-1 0,1 0,-1 0,1 0,-1 0,1 1,0-1,0 1,-1 0,4-1,11 0,1 1,26 3,-19-1,118-2,49 3,-108 8,-49-5,59 1,59 5,3-1,-77-12,102 2,-110 11,-50-8,0 0,32 1,-16-3,42 7,-44-3,52 0,412-7,-481 2,0 1,31 7,32 3,-49-13,-22 0,0 1,1 0,-1 0,18 4,-25-3,-1-1,0 1,0 0,0 0,0 0,1 0,-1 0,-1 0,1 1,0-1,0 0,0 1,-1 0,1-1,-1 1,1 0,-1 0,0 0,0 0,1 0,-2 0,1 0,0 0,0 1,-1-1,1 3,4 41,-5-36,1 0,0 0,1 0,0 0,0 0,6 13,-7-21,1 1,0 0,-1-1,1 1,0-1,0 0,1 0,-1 1,0-1,1-1,-1 1,1 0,0-1,-1 1,1-1,0 0,0 0,0 0,0 0,0 0,0-1,0 1,0-1,0 0,6 0,-6 0,0 0,-1 0,1 0,0-1,-1 1,1-1,0 1,-1-1,1 0,-1 0,1 0,-1 0,0 0,1-1,-1 1,0-1,0 0,0 1,3-4,-2 0,0 0,0 0,0-1,-1 1,1-1,1-9,3-5,-3 16,-5 19,-4 35,3-30,0 0,0-2,0 0,2 0,1 18,-1-32,0 1,1-1,0 0,0 0,0 0,0 0,1 0,0 0,0-1,0 1,0 0,0-1,1 0,-1 1,1-1,0 0,0 0,4 3,6 2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53:11.79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0,'5821'0'0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53:17.36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0,'5888'0'0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53:34.34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44 0,'5610'686'0,"-5521"-1416"0,-5788 774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3:39.52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2592 425,'-1'1,"1"0,0 0,-1 0,0 0,1 0,-1 0,0 0,1 0,-1 0,0 0,0-1,0 1,0 0,0 0,0-1,0 1,0-1,0 1,0-1,-2 1,-29 12,23-10,-15 3,0-1,-1-1,0-1,0-1,0-1,0-1,-27-4,-25 1,-246-15,193 10,87 8,-74-12,54 4,-1 3,-118 6,65 2,90-3,0-1,0-1,-46-10,44 7,0 1,-59 0,54 3,-61-8,55 4,-1 1,-81 5,-30-3,81-9,50 6,0 2,-32-2,19 5,16 1,0-1,0-1,1 0,-1-1,-19-5,33 6,0-1,0 1,0-1,0 0,0 0,0 0,0-1,1 0,-1 1,1-1,0 0,-1 0,2-1,-1 1,0-1,1 0,-1 1,1-1,0 0,0 0,1 0,-1-1,1 1,0 0,-1-7,-2-24,2 0,4-59,0 23,-2 50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3:41.26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1 291,'666'0,"-656"0,1 0,-1-1,1-1,-1 1,1-1,-1-1,0 0,0-1,0 1,-1-2,1 0,-1 0,0 0,0-1,15-14,12-9,-29 23,0 1,0-1,0 0,0-1,9-12,14-22,-15 22,-2 1,16-31,-28 48,-1 0,0-1,1 1,-1 0,1 0,-1 0,1 0,0 0,0 0,-1 0,1 0,0 0,0 1,0-1,0 0,0 0,0 1,0-1,0 1,0-1,0 1,3-2,-3 3,-1-1,1 0,0 1,0-1,0 1,0-1,0 1,0-1,0 1,-1 0,1-1,0 1,-1 0,1 0,0-1,-1 1,1 0,-1 0,1 0,0 1,2 6,0 0,0-1,-1 1,0 0,2 12,3 27,2-1,19 59,-26-101,0 0,0 0,0 0,0 0,1 0,0 0,-1-1,6 6,-5-7,6 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54:03.15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0,'4394'0'0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4:12.45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123 252,'17'-1,"0"-1,34-8,29-2,12 0,-67 7,49-2,449 8,-505-2,-1-1,33-7,31-4,229 14,-1715-1,1455-2,-24 1,0 1,31 3,-48 2,-18 3,-26 8,25-12,8-3,1 0,-1 0,1 0,0-1,0 1,-1 0,1 1,0-1,0 0,0 0,0 0,0 1,0-1,1 0,-1 1,0-1,1 1,-1-1,1 1,-1-1,1 1,0 0,-1-1,1 1,0-1,0 4,14 45,-1-5,-10-12,-1-1,-2 1,-1 0,-2 0,-11 52,9-60,4-17,0-1,0 0,-1 1,0-1,-1 0,1 0,-1 0,-1 0,1-1,-1 1,-9 10,12-16,0 0,0-1,0 1,0 0,0-1,1 1,-1 0,0 0,1 0,-1-1,0 1,1 0,-1 0,1 0,0 0,-1 0,1 0,0 0,0 0,-1 0,1 1,0-1,0 0,0 0,0 1,1-1,0 0,0 0,0 0,0 0,0 0,0-1,0 1,0 0,0-1,0 1,0-1,0 1,1-1,-1 1,0-1,0 0,0 0,2 0,71 1,-64-2,-108 18,97-18,0 1,1 0,-1 0,0 0,1 0,-1-1,1 1,-1 0,0 0,1-1,-1 1,1-1,-1 1,1 0,-1-1,1 1,-1-1,1 1,-1-1,1 0,0 1,-1-1,1 1,0-1,0 0,-1 1,1-1,0 0,0 1,0-1,0 0,0 1,0-1,0 0,0 1,0-1,0-1,2-33,-2 28,1-5,-2 0,1-1,-1 1,-1 0,-1 0,1 0,-2 0,0 1,0-1,-1 1,0 0,-1 0,0 0,-1 1,-10-12,13 14,0-1,0 0,1 0,0 0,0 0,1-1,0 1,1 0,0-1,1 0,0 1,1-11,-3 51,-8 53,4-50,2 1,1-1,2 1,6 59,-5-91,0 1,1-1,0 0,-1 1,1-1,1 0,-1 0,0 0,1 0,-1 0,1 0,0 0,0 0,0-1,1 1,-1-1,1 1,-1-1,1 0,0 0,-1 0,1 0,0-1,0 1,1-1,-1 0,0 0,0 0,7 1,9 0,-1 0,0-1,1-2,28-2,1-1,1021 2,-547 4,-494-3,52-10,-52 6,50-2,515 8,-550-4,-41 3,-1 0,1 0,-1-1,1 1,-1 0,1-1,-1 1,1 0,-1-1,1 0,-1 1,0-1,1 0,-1 0,0 0,0 0,0 0,0 0,1 0,-1 0,-1 0,1 0,0-1,1-1,-2 2,0 0,-1-1,1 1,-1 0,1 0,-1 0,1 0,-1 0,0 1,1-1,-1 0,0 0,0 0,1 0,-1 1,0-1,0 0,0 1,0-1,0 1,0-1,0 1,0 0,0-1,0 1,-1 0,1 0,0 0,0-1,-2 1,-39-4,39 4,-79-2,43 2,0-2,-45-8,48 5,-1 2,-50 1,49 2,0-1,-39-7,-15-3,-1 4,-145 8,86 2,40-1,-123-5,213-2,22 5,0 0,-1-1,1 1,0 0,0 0,0 0,0 0,0 0,0 0,0-1,0 1,-1 0,1 0,0 0,0 0,0-1,0 1,0 0,0 0,0 0,0 0,0-1,0 1,0 0,0 0,0 0,0 0,0-1,0 1,1 0,-1 0,0 0,0 0,0-1,0 1,0 0,0 0,0 0,0 0,1 0,-1 0,0-1,0 1,0 0,0 0,0 0,0 0,1 0,-1 0,0 0,0 0,1 0,2-2,1 0,0 1,0 0,0 0,0 0,1 0,6 0,100-11,-63 5,62 0,-34 6,109-15,10-4,-138 13,84 2,-83 5,81-12,28-3,-23 2,-90 9,97 4,25-2,-172 2,-1-1,1 1,0-1,-1 0,1 0,0-1,-1 1,0-1,1 0,5-4,-9 6,1 0,-1-1,0 1,1 0,-1-1,0 1,1 0,-1-1,0 1,0 0,0-1,1 1,-1 0,0-1,0 1,0-1,0 1,0 0,0-1,1 1,-1-1,0 1,0-1,0 1,0 0,-1-1,1 1,0-1,0 1,0-1,0 1,0 0,-1-1,0 0,0 0,-1-1,1 1,-1 0,1 0,-1 1,1-1,-1 0,0 0,1 1,-1-1,0 1,-2-1,0 0,-273-51,208 41,44 6,1 2,-31-1,23 1,0 0,1-2,-34-9,26 4,-52-4,7 4,-65-2,125 10,0-1,0 0,-40-13,38 9,0 1,-45-4,45 10,21 1,0 0,0-1,-1 0,1 0,0 0,0-1,0 1,0-1,0 0,0-1,0 1,-9-5,14 5,0 1,1-1,-1 0,0 1,1-1,-1 1,1-1,-1 1,0-1,1 1,-1-1,1 1,0-1,-1 1,1 0,-1-1,1 1,0 0,-1 0,1-1,-1 1,1 0,0 0,-1 0,1 0,0 0,-1 0,1 0,0 0,-1 0,2 0,27-4,411 1,-226 6,589-3,-840-1,1-1,-50-9,39 4,-1 3,-52 2,51 2,-92-11,-83-13,122 16,-127 6,113 3,111-1,2 0,0-1,0 1,0 0,0 0,0 1,0-1,0 1,0-1,0 1,0 0,0 0,1 0,-6 3,8-3,0-1,0 1,1 0,-1-1,0 1,1-1,-1 1,1-1,-1 1,0-1,1 1,-1-1,1 0,-1 1,1-1,-1 0,1 1,-1-1,1 0,0 1,-1-1,1 0,-1 0,1 0,0 0,-1 0,1 0,0 0,-1 0,1 0,-1 0,1 0,1 0,26 4,91 8,55 2,-99-15,-13-1,0 3,96 14,-117-10,47 1,-48-4,53 9,-32-3,1-3,123-6,-66-2,402 3,-518 0,0 1,0-1,0 0,0-1,0 1,0 0,0-1,-1 0,1 0,0 0,0 0,-1 0,1 0,0-1,-1 1,0-1,1 0,-1 1,0-1,0 0,3-3,-3 0,0 0,0 0,0 1,0-1,-1 0,0-1,0 1,0 0,-1 0,0 0,0-8,-1 6,1 0,1 0,-1 0,1 0,0 0,1 0,-1 0,1 1,1-1,-1 0,1 1,0 0,1 0,0 0,0 0,0 0,0 1,1-1,0 1,0 1,0-1,1 1,0 0,-1 0,2 0,10-4,8-9,-19 13,0-1,0 1,0 1,1-1,8-3,-13 7,-1-1,1 1,0 0,-1 0,1-1,-1 1,1 0,-1 0,1 0,0 1,-1-1,1 0,-1 1,1-1,-1 1,1-1,-1 1,1 0,-1-1,0 1,1 0,-1 0,0 0,0 0,0 0,1 0,-1 1,0-1,1 2,6 12,0 0,-1 1,0 0,-1 0,-1 1,-1-1,0 1,-1 0,1 24,0-9,12 46,3 7,-16-66,0-1,1 0,1 1,1-2,0 1,1-1,1 0,16 25,-24-41,0-1,1 1,-1-1,0 0,1 1,-1-1,1 0,-1 0,0 1,1-1,-1 0,1 0,-1 0,1 1,-1-1,1 0,-1 0,1 0,-1 0,1 0,-1 0,1 0,-1 0,1 0,-1 0,1 0,-1 0,1 0,-1-1,0 1,1 0,-1 0,1 0,-1-1,1 1,-1 0,0-1,1 1,-1 0,1-1,-1 1,0 0,0-1,1 1,-1-1,0 1,0-1,1 1,-1 0,0-1,0 1,0-1,0 1,0-1,0 1,0-1,0 0,12-39,-9 31,2-33,-5 36,0 0,1 0,-1 1,1-1,0 0,0 1,1-1,0 0,0 1,0 0,4-6,-6 11,1 0,0 0,-1 1,1-1,-1 0,1 0,-1 1,1-1,-1 0,1 1,-1-1,0 1,1-1,-1 0,1 1,-1-1,0 1,0-1,1 1,-1-1,0 1,0-1,1 1,-1-1,0 1,0 0,0-1,0 1,0-1,0 1,0-1,0 1,0 0,0-1,0 1,0 0,3 27,-1 46,-4-44,2-30,0 0,0 0,0-1,0 1,0 0,0 0,0 0,0 0,-1 0,1 0,0 0,0 0,0 0,0 0,0 0,0 0,-1 0,1 0,0 0,0 0,0 0,0 0,0 0,0 0,-1 0,1 0,0 0,0 0,0 1,0-1,0 0,0 0,0 0,-1 0,1 0,0 0,-6-28,1 0,1 0,1-1,3-56,-3-29,-8 50,-1-14,12 67,-1 1,0-1,-1 0,0 0,-1 1,-6-16,-2 82,1 8,2 1,4 0,6 122,0-57,1-96,1-27,3-23,20-98,-19 72,2-1,2 2,27-64,-38 104,-1 0,0 0,1 0,-1-1,1 1,-1 0,1 0,0 0,-1 0,1 0,0 1,0-1,-1 0,1 0,0 0,0 1,0-1,0 0,0 1,0-1,2 0,-3 2,1-1,0 0,-1 1,1-1,0 1,-1-1,1 1,-1-1,1 1,-1 0,1-1,-1 1,1 0,-1-1,0 1,1 0,-1-1,0 1,0 0,1 0,-1-1,0 2,7 54,-9 308,2-359,0 0,0-1,-1 1,0-1,0 1,0 0,0-1,-1 0,1 1,-1-1,0 0,-1 0,1 0,-1 0,0 0,0 0,0-1,0 0,0 1,-1-1,0 0,1-1,-1 1,0-1,0 1,-1-1,1-1,0 1,-1 0,1-1,-8 1,-14 3,-1-2,1-1,-1-1,-39-3,20 0,-79 4,-103-5,158-8,-15-1,56 12,0-2,-56-10,57 7,0 2,0 0,-43 3,40 1,-1-2,-44-7,-109-7,183 11,12-1,14-3,78 1,-76 7,1-2,50-9,-37 5,1 1,-1 2,1 2,48 4,6 0,-44-3,-45 0,-34 0,-883 0,955 1,-30 1,0-1,0-1,0 0,0-1,0-1,22-4,-21-3,-4-1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23:54:37.78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0,'2780'0'0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5T23:54:47.37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244 290,'107'2,"119"-4,-156-10,-49 8,0 0,32-1,78 7,96-3,-138-10,-45 5,48-1,1107 8,-1182-2,1-1,32-7,30-4,-62 13,-5 0,0-1,0 0,0 0,24-7,-34 7,1 0,-1 0,0-1,1 0,-1 0,0 0,0 0,0 0,-1 0,1-1,0 1,-1-1,0 0,0 0,0 0,0 0,0 0,0 0,-1-1,1 1,-1-1,1-3,-1 35,0 1,-2-1,-8 46,3-45,1 1,1 1,1 53,3-47,-11 71,6-70,2 0,3 77,-1 25,-11-69,8-49,0 0,0 29,4-47,0 0,0 0,0 0,-1-1,1 1,-1 0,0-1,0 1,0 0,-1-1,1 1,-1-1,0 0,0 0,0 1,0-1,-1 0,1-1,-1 1,-5 4,3-4,-1 0,0 0,1-1,-1 0,-1 0,1 0,0-1,0 0,-1 0,1 0,-11-1,-139 11,-23 0,-677-11,839-1,0-1,-33-8,-30-2,7 13,54 1,0-1,0-1,0-1,0-1,0 0,0-1,-22-7,39 9,0 0,0 0,0-1,0 1,0 0,0-1,0 1,0-1,0 0,1 0,-1 1,1-1,-1 0,1 0,0-1,0 1,0 0,0 0,0 0,0-1,1 1,-1 0,1-1,0 1,-1-1,1 1,0-1,0 1,1 0,0-4,1-9,1 0,1 0,10-27,-2 9,20-114,-29 130,-1 0,-2 0,1 0,-2-1,0 1,-7-30,7 42,-1 0,0 0,-1 0,1 0,-1 0,0 0,0 1,0-1,0 1,-1 0,0 0,0 1,0-1,0 1,-1-1,1 1,-1 1,0-1,-8-3,-10-2,1 1,-2 1,-31-5,-16-5,19 4,0 2,0 3,-1 1,1 3,-59 4,69 0,28-2,10 0,0 1,0 0,0-1,0 2,0-1,0 0,0 1,0 0,0-1,0 2,0-1,0 0,-6 4,10-5,0 1,0-1,0 1,0-1,0 1,0 0,0-1,0 1,0-1,0 1,0-1,0 1,0 0,0-1,0 1,1-1,-1 1,0-1,0 1,1-1,-1 1,0-1,1 0,-1 1,0-1,1 1,-1-1,1 0,-1 1,1-1,-1 0,1 1,-1-1,1 0,-1 0,1 1,0-1,21 11,3-6,-1 0,1-2,0 0,1-2,-1-1,31-4,17 1,473 3,-556-2,0 0,-1 0,1-1,-12-5,-4-1,-2 2,-1 1,-38-3,-36-6,69 9,0 2,0 1,-56 3,57 2,0-3,-1 0,1-2,-35-9,65 12,1-1,-1 0,0 0,1-1,-1 1,1-1,-1 1,1-1,0 0,0 1,0-1,0 0,0-1,0 1,0 0,1-1,-1 1,1 0,-1-1,1 0,-1-4,-2-5,1-1,1 1,-2-23,0-4,2 27,0-1,0 0,-2 1,0 0,0 0,-1 0,0 0,-1 1,0-1,-1 2,0-1,-1 1,0 0,-19-17,21 22,0 0,-1 0,0 1,0 0,0 0,0 1,-1-1,-14-3,-66-9,76 14,9 1,-1 1,1 0,-1-1,1 1,-1 0,1 1,-1-1,1 1,-1-1,1 1,-1 0,1 0,0 1,-1-1,1 1,0-1,0 1,0 0,0 0,1 1,-1-1,0 0,1 1,0 0,0-1,-1 1,2 0,-1 0,-3 7,-1 6,0 1,1 0,1 0,1 0,-1 18,-5 17,3-15,2 1,2 0,1 0,7 63,-2-84,0 1,2-1,0 0,0-1,2 0,0 0,20 28,-17-25,33 46,-33-52,-1 0,0 2,-1-1,-1 1,0 0,-1 1,-1 0,0 0,-1 0,3 19,-4-10,1 0,1 0,12 30,7 26,-23-73,0 4,1 0,1 0,0 0,0 0,8 13,-9-21,-1-1,1 1,0-1,0 1,0-1,1 0,-1 0,1-1,0 1,-1-1,1 0,0 0,1 0,-1 0,0-1,0 1,1-1,5 0,23 3,0-2,0-1,35-4,6 1,-62 1,1 0,0-1,-1 0,0-1,19-6,-27 8,0 0,0-1,0 1,0-1,-1 0,1 0,0-1,-1 1,1-1,-1 0,0 1,0-1,0-1,0 1,-1 0,1-1,-1 1,0-1,3-6,-5 9,1-1,-1 0,0 0,0 1,0-1,0 0,0 1,0-1,0 0,-1 1,1-1,0 0,-1 1,1-1,-1 0,0 1,0-1,0 1,1-1,-1 1,-3-3,1 2,1-1,-2 1,1 0,0-1,0 2,-1-1,1 0,-1 1,-5-2,-2 0,0 0,0 1,0 1,0 0,-21 1,30 0,0 0,0 0,0 0,0 1,0-1,0 0,1 1,-1 0,0-1,0 1,0 0,1 0,-1 0,1 0,-1 0,0 0,1 1,0-1,-1 0,1 1,0-1,0 1,0-1,0 1,0 0,0-1,0 1,0 0,0 2,1-2,0-1,0 1,1 0,-1-1,0 1,1 0,-1-1,1 1,0-1,-1 1,1-1,0 1,0-1,0 1,0-1,0 0,0 0,0 1,1-1,-1 0,0 0,1 0,-1 0,0-1,1 1,-1 0,1-1,0 1,-1-1,1 1,-1-1,1 1,2-1,43 4,0-1,86-7,-115 3,-426 1,394-1,0-1,0 0,0-1,0-1,-26-10,-38-9,73 22,0 0,0 0,0-1,1 0,-1 0,1 0,-1 0,-5-5,9 6,1 1,0 0,-1 0,1-1,-1 1,1 0,0-1,-1 1,1-1,0 1,0 0,-1-1,1 1,0-1,0 1,-1 0,1-1,0 1,0-1,0 1,0-1,0 1,0-1,0 1,0-1,0 1,0-1,0 1,0-1,0 1,1-1,0 0,0 0,0 0,1 0,-1 0,1 0,-1 0,1 1,-1-1,1 0,-1 1,1 0,-1-1,1 1,0 0,1 0,52-5,0 2,65 6,-12 0,22-5,143 5,-203 8,-48-7,0 0,30 0,-18-2,0 1,35 8,-58-9,135 18,-109-14,1-2,-1-1,0-2,66-7,-102 7,0-1,0 0,0 0,1 0,-1 0,0-1,0 1,0 0,0 0,1-1,-1 1,0-1,0 1,0-1,0 1,0-1,0 1,0-1,0 0,0 0,-1 0,1 1,0-1,0 0,-1 0,1 0,0 0,-1 0,1 0,0-2,-2 2,1 0,-1-1,1 1,-1 0,0 0,1 0,-1-1,0 1,0 0,0 0,1 0,-1 0,0 0,0 1,-1-1,1 0,0 0,0 1,0-1,0 1,-1-1,1 1,0-1,-1 1,1 0,-3-1,-94-14,74 13,1-1,-43-11,65 14,1 0,0 0,0 0,-1 0,1 0,0 0,0 0,-1 0,1 0,0 0,0 0,-1 0,1 0,0 0,0 0,-1 0,1 0,0 0,0 0,-1 0,1-1,0 1,0 0,0 0,-1 0,1 0,0-1,0 1,0 0,0 0,-1 0,1-1,0 1,0 0,0 0,0-1,0 1,0 0,0 0,0-1,0 1,0 0,0 0,0-1,0 1,0 0,0 0,0-1,0 1,16-6,32 0,-44 5,71-9,-33 4,63-1,-59 5,56-10,-22 2,-2-1,-44 6,54-3,-77 8,0-1,1 0,-1-1,18-5,-25 6,0 0,-1-1,1 1,-1 0,0-1,0 0,1 0,-1 0,0 0,0 0,-1-1,1 1,0-1,-1 0,0 0,0 0,4-6,-5 8,-1 0,0 0,0 0,1 0,-1 0,0 0,0 0,0 0,0 0,0 0,0 0,0 0,-1 0,1 0,0 0,0 0,-1 0,1 0,-1 0,1 0,-1 1,1-1,-1 0,1 0,-1 0,-1 0,-29-17,-38 2,-40-8,84 17,0 0,0 2,0 1,-31 0,33 2,1 0,-27-6,-37-3,169-10,-52 18,-9 2,0-2,0 0,0-1,-1-1,23-9,-26 8,-1 1,1 1,31-4,10-1,-25 3,-27 6,1-1,0 0,0 0,-1-1,1 0,-1 0,1-1,-1 0,0 0,0-1,0 0,12-9,-19 13,1-1,0 0,-1 0,1 0,0 0,-1 0,1 1,-1-1,1 0,-1 0,0 0,1-1,-1 1,0 0,0 0,0 0,0 0,0 0,0 0,0 0,0 0,0 0,0 0,0 0,-1 0,1 0,0 0,-1 0,0-2,-1 1,0 0,0-1,-1 1,1 0,0 0,-1 0,1 1,-1-1,0 1,-4-3,-7-1,-1 0,-30-7,17 8,-54-1,56 4,0-1,-41-7,34 4,0 1,-1 2,-57 3,41 0,612-1,-541 1,0 1,35 9,-11-2,-40-8,0 1,0-1,0 1,-1-1,1 1,-1 1,1-1,-1 1,0-1,1 1,-1 1,-1-1,1 0,0 1,-1 0,0 0,3 4,4 8,-1 0,-1 1,9 26,-14-32,1 1,1-1,0 0,0 0,1-1,1 0,0 0,0 0,12 12,36 11,-20-14,-31-16,0 0,0 0,-1 0,1 1,-1-1,0 1,0 0,0 0,0 0,-1 0,0 1,0-1,0 1,0-1,-1 1,1 0,-1-1,0 1,-1 0,1 0,-1 0,-1 7,9 40,-8-52,0 0,0 1,0-1,-1 0,1 0,0 1,0-1,0 0,0 0,0 1,0-1,0 0,0 0,0 0,0 1,0-1,0 0,0 0,0 1,0-1,0 0,1 0,-1 0,0 1,0-1,0 0,0 0,0 0,0 1,1-1,-1 0,0 0,0 0,0 0,1 1,-1-1,0 0,0 0,0 0,1 0,-1 0,0 0,0 0,1 0,-1 0,0 0,0 0,0 0,1 0,-1 0,0 0,0 0,1 0,-1 0,0 0,0 0,1 0,-1 0,6-19,-1-28,-4 5,-3-185,-21 107,20 96,-1 0,-1 0,-9-23,-8-45,-3-51,3 24,-4 24,5 22,20 69,0 1,-1-1,0 0,1 0,-1 1,-1-1,1 1,0 0,-1 0,0 0,0 0,0 0,0 0,0 1,0-1,-1 1,1 0,-1 0,0 1,1-1,-1 1,0-1,0 1,0 0,0 1,-4-1,-16-2,1 1,0 1,-34 3,28-1,-10 1,0 1,0 2,1 2,0 1,0 3,-40 15,-16 8,-115 47,52-8,84-37,-30 17,7-5,8-5,72-36,0 0,0 0,0-2,-19 5,19-6,0 1,0 0,1 1,-17 9,30-14,0 0,0 0,0 0,0 1,1-1,-1 0,1 1,-1-1,1 1,-1 0,1-1,0 1,0 0,-2 3,3-4,0 0,0 0,0 0,0 0,0 0,0 0,0 0,0 0,0 0,0 0,0 0,0 0,1 0,-1 0,0-1,1 1,-1 0,1 0,-1 0,1 0,1 1,1 1,0-1,0 0,0 1,0-1,0 0,0-1,1 1,-1-1,1 1,0-1,-1 0,1 0,0-1,4 1,18 2,0 0,0 1,0 2,-1 1,0 1,35 15,-45-17,0-1,1-1,29 5,-2-1,124 19,-129-22,-34-5,0 1,-1 0,1 0,-1 0,1 0,-1 1,1-1,-1 1,0 0,0 0,0 0,0 1,0-1,0 1,2 3,-4-5,0 0,0 1,0-1,-1 1,1-1,-1 1,1-1,-1 1,1-1,-1 1,0-1,0 1,0-1,0 1,0 0,0-1,0 1,0-1,-1 1,1 0,-1-1,1 1,-1-1,1 0,-1 1,0-1,0 1,0-1,0 0,0 0,0 1,0-1,0 0,0 0,0 0,-1 0,-1 1,-20 17,-1-1,0-1,-53 27,47-29,0 2,1 0,1 2,0 1,-38 37,50-45,0 0,-1 0,0-2,-33 16,-13 8,43-24,0 0,0-1,-1-1,0-1,-1-1,0 0,0-2,-30 2,-26-2,-83-6,45-1,-407 3,518 0,-1 1,1-1,-1 1,1 0,0 1,-1-1,-5 3,10-3,1-1,-1 0,0 1,0-1,0 1,0-1,1 1,-1-1,0 1,0-1,1 1,-1 0,1-1,-1 1,0 0,1 0,-1-1,1 1,0 0,-1 0,1 0,0 0,-1 0,1 0,0-1,0 1,0 0,0 0,0 0,0 0,0 0,0 0,0 0,0 0,0 0,1 0,-1-1,0 1,1 0,-1 0,1 0,-1 0,1-1,-1 1,1 0,-1 0,1-1,0 1,-1 0,3 0,4 4,0-1,1 0,-1 0,1-1,0 0,0 0,0-1,1 0,-1-1,1 0,8 1,15 3,111 17,-127-18,22 5,1-1,0-3,57 3,-68-10,1 0,35-9,-36 6,26-1,1 2,99 6,-43 1,364-3,-451-2,0-1,0 0,45-14,-45 10,0 2,-1 0,49-2,73 9,138-4,-257-1,-1-2,0-1,29-11,-32 10,-6 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6/16/2026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6/16/2026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3" Type="http://schemas.openxmlformats.org/officeDocument/2006/relationships/image" Target="../media/image6.png"/><Relationship Id="rId21" Type="http://schemas.openxmlformats.org/officeDocument/2006/relationships/customXml" Target="../ink/ink12.xml"/><Relationship Id="rId7" Type="http://schemas.openxmlformats.org/officeDocument/2006/relationships/image" Target="../media/image8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25" Type="http://schemas.openxmlformats.org/officeDocument/2006/relationships/image" Target="../media/image15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0.png"/><Relationship Id="rId24" Type="http://schemas.openxmlformats.org/officeDocument/2006/relationships/customXml" Target="../ink/ink14.xml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23" Type="http://schemas.openxmlformats.org/officeDocument/2006/relationships/image" Target="../media/image14.png"/><Relationship Id="rId10" Type="http://schemas.openxmlformats.org/officeDocument/2006/relationships/customXml" Target="../ink/ink5.xml"/><Relationship Id="rId19" Type="http://schemas.openxmlformats.org/officeDocument/2006/relationships/customXml" Target="../ink/ink10.xml"/><Relationship Id="rId4" Type="http://schemas.openxmlformats.org/officeDocument/2006/relationships/customXml" Target="../ink/ink2.xml"/><Relationship Id="rId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8.xml"/><Relationship Id="rId13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12" Type="http://schemas.openxmlformats.org/officeDocument/2006/relationships/customXml" Target="../ink/ink20.xml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customXml" Target="../ink/ink19.xml"/><Relationship Id="rId4" Type="http://schemas.openxmlformats.org/officeDocument/2006/relationships/customXml" Target="../ink/ink16.xml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25.xml"/><Relationship Id="rId3" Type="http://schemas.openxmlformats.org/officeDocument/2006/relationships/image" Target="../media/image28.png"/><Relationship Id="rId7" Type="http://schemas.openxmlformats.org/officeDocument/2006/relationships/image" Target="../media/image29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4.xml"/><Relationship Id="rId11" Type="http://schemas.openxmlformats.org/officeDocument/2006/relationships/image" Target="../media/image31.png"/><Relationship Id="rId5" Type="http://schemas.openxmlformats.org/officeDocument/2006/relationships/image" Target="../media/image17.png"/><Relationship Id="rId10" Type="http://schemas.openxmlformats.org/officeDocument/2006/relationships/customXml" Target="../ink/ink26.xml"/><Relationship Id="rId4" Type="http://schemas.openxmlformats.org/officeDocument/2006/relationships/customXml" Target="../ink/ink23.xml"/><Relationship Id="rId9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customXml" Target="../ink/ink32.xml"/><Relationship Id="rId18" Type="http://schemas.openxmlformats.org/officeDocument/2006/relationships/image" Target="../media/image44.png"/><Relationship Id="rId3" Type="http://schemas.openxmlformats.org/officeDocument/2006/relationships/customXml" Target="../ink/ink27.xml"/><Relationship Id="rId21" Type="http://schemas.openxmlformats.org/officeDocument/2006/relationships/customXml" Target="../ink/ink36.xml"/><Relationship Id="rId7" Type="http://schemas.openxmlformats.org/officeDocument/2006/relationships/customXml" Target="../ink/ink29.xml"/><Relationship Id="rId12" Type="http://schemas.openxmlformats.org/officeDocument/2006/relationships/image" Target="../media/image41.png"/><Relationship Id="rId17" Type="http://schemas.openxmlformats.org/officeDocument/2006/relationships/customXml" Target="../ink/ink34.xml"/><Relationship Id="rId2" Type="http://schemas.openxmlformats.org/officeDocument/2006/relationships/image" Target="../media/image35.png"/><Relationship Id="rId16" Type="http://schemas.openxmlformats.org/officeDocument/2006/relationships/image" Target="../media/image43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customXml" Target="../ink/ink31.xml"/><Relationship Id="rId24" Type="http://schemas.openxmlformats.org/officeDocument/2006/relationships/image" Target="../media/image47.png"/><Relationship Id="rId5" Type="http://schemas.openxmlformats.org/officeDocument/2006/relationships/customXml" Target="../ink/ink28.xml"/><Relationship Id="rId15" Type="http://schemas.openxmlformats.org/officeDocument/2006/relationships/customXml" Target="../ink/ink33.xml"/><Relationship Id="rId23" Type="http://schemas.openxmlformats.org/officeDocument/2006/relationships/customXml" Target="../ink/ink37.xml"/><Relationship Id="rId10" Type="http://schemas.openxmlformats.org/officeDocument/2006/relationships/image" Target="../media/image40.png"/><Relationship Id="rId19" Type="http://schemas.openxmlformats.org/officeDocument/2006/relationships/customXml" Target="../ink/ink35.xml"/><Relationship Id="rId4" Type="http://schemas.openxmlformats.org/officeDocument/2006/relationships/image" Target="../media/image37.png"/><Relationship Id="rId9" Type="http://schemas.openxmlformats.org/officeDocument/2006/relationships/customXml" Target="../ink/ink30.xml"/><Relationship Id="rId14" Type="http://schemas.openxmlformats.org/officeDocument/2006/relationships/image" Target="../media/image42.png"/><Relationship Id="rId22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Hardware Design and Verification of Dilithium – Post Quantum Digital Signature Algorithm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59939" y="3356992"/>
            <a:ext cx="8735325" cy="2384214"/>
          </a:xfrm>
        </p:spPr>
        <p:txBody>
          <a:bodyPr>
            <a:normAutofit fontScale="55000" lnSpcReduction="20000"/>
          </a:bodyPr>
          <a:lstStyle/>
          <a:p>
            <a:r>
              <a:rPr lang="en-US" cap="none" dirty="0"/>
              <a:t>M.Engg. Thesis defence by</a:t>
            </a:r>
            <a:br>
              <a:rPr lang="en-US" cap="none" dirty="0"/>
            </a:br>
            <a:br>
              <a:rPr lang="en-US" dirty="0"/>
            </a:br>
            <a:r>
              <a:rPr lang="en-US" sz="3200" dirty="0">
                <a:solidFill>
                  <a:schemeClr val="tx1"/>
                </a:solidFill>
              </a:rPr>
              <a:t>MUHAMMAD ABDUL AHAD (EL-25B5008)</a:t>
            </a:r>
            <a:br>
              <a:rPr lang="en-US" dirty="0"/>
            </a:br>
            <a:br>
              <a:rPr lang="en-US" dirty="0"/>
            </a:br>
            <a:r>
              <a:rPr lang="en-US" cap="none" dirty="0"/>
              <a:t>Supervised by</a:t>
            </a:r>
            <a:br>
              <a:rPr lang="en-US" cap="none" dirty="0"/>
            </a:br>
            <a:endParaRPr lang="en-US" sz="3200" cap="none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Assistant Prof Dr. Fahim ul </a:t>
            </a:r>
            <a:r>
              <a:rPr lang="en-US" sz="3200" dirty="0" err="1">
                <a:solidFill>
                  <a:schemeClr val="tx1"/>
                </a:solidFill>
              </a:rPr>
              <a:t>haq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br>
              <a:rPr lang="en-US" sz="3200" cap="none" dirty="0"/>
            </a:br>
            <a:r>
              <a:rPr lang="en-US" sz="3200" cap="none" dirty="0"/>
              <a:t>Co-supervised by</a:t>
            </a:r>
            <a:br>
              <a:rPr lang="en-US" sz="3200" cap="none" dirty="0"/>
            </a:br>
            <a:endParaRPr lang="en-US" sz="3200" cap="none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DR . SONIYA Shafi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Background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With the increase of data, the need for data security is also increasing.</a:t>
            </a:r>
          </a:p>
          <a:p>
            <a:r>
              <a:rPr lang="en-US" sz="2400" dirty="0"/>
              <a:t>In order to protect our data, cryptographic algorithms are used.</a:t>
            </a:r>
          </a:p>
          <a:p>
            <a:r>
              <a:rPr lang="en-US" sz="2400" dirty="0"/>
              <a:t>Although these algorithms are too hard to solve for classical computers, quantum computers are able to solve them.</a:t>
            </a:r>
          </a:p>
          <a:p>
            <a:r>
              <a:rPr lang="en-US" sz="2400" dirty="0"/>
              <a:t>Since quantum computers are not yet standardized, this creates a threat called </a:t>
            </a:r>
            <a:r>
              <a:rPr lang="en-US" sz="2400" b="1" dirty="0"/>
              <a:t>“Harvest Now, Decrypt Later.”</a:t>
            </a:r>
            <a:endParaRPr lang="en-US" sz="2400" dirty="0"/>
          </a:p>
          <a:p>
            <a:r>
              <a:rPr lang="en-US" sz="2400" dirty="0"/>
              <a:t>In order to combat this issue, </a:t>
            </a:r>
            <a:r>
              <a:rPr lang="en-US" sz="2400" b="1" dirty="0"/>
              <a:t>post-quantum algorithms</a:t>
            </a:r>
            <a:r>
              <a:rPr lang="en-US" sz="2400" dirty="0"/>
              <a:t> exist.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796CB-62F9-39F8-6D39-7A634888A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200" y="332656"/>
            <a:ext cx="4062942" cy="810592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What is Dilithium?</a:t>
            </a:r>
            <a:endParaRPr lang="en-PK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563E1-1CD1-B6F9-11FC-09ED93F07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8889" y="1412776"/>
            <a:ext cx="4242124" cy="4582922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Dilithium is a post-quantum digital signature algorithm.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digital signature ensures three things: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Authentication – Verifies who sent the message.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Integrity – Ensures the message was not changed.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Non-repudiation – Sender cannot deny sending the message.</a:t>
            </a:r>
          </a:p>
          <a:p>
            <a:endParaRPr lang="en-PK" sz="2400" dirty="0"/>
          </a:p>
        </p:txBody>
      </p:sp>
      <p:pic>
        <p:nvPicPr>
          <p:cNvPr id="3076" name="Picture 4" descr="What is Digital Signature Algorithm ? | by Blockchain Behind The Scenes |  Medium">
            <a:extLst>
              <a:ext uri="{FF2B5EF4-FFF2-40B4-BE49-F238E27FC236}">
                <a16:creationId xmlns:a16="http://schemas.microsoft.com/office/drawing/2014/main" id="{F544D5F5-B23D-63EE-0165-0284747CA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396" y="1417225"/>
            <a:ext cx="5732717" cy="374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1681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C239-9215-EAD3-052C-784A231A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91D3130-42F6-BBCA-A0D7-14166A27F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099" y="-243235"/>
            <a:ext cx="10360501" cy="1223963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Hardware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Literature Review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4425CB1-6FCC-F41F-FF8A-71B54215CE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29" y="980728"/>
            <a:ext cx="10912918" cy="5675975"/>
          </a:xfrm>
        </p:spPr>
      </p:pic>
    </p:spTree>
    <p:extLst>
      <p:ext uri="{BB962C8B-B14F-4D97-AF65-F5344CB8AC3E}">
        <p14:creationId xmlns:p14="http://schemas.microsoft.com/office/powerpoint/2010/main" val="1257635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51D46-01B1-B062-3BC6-27D785DAF2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5176" y="584201"/>
            <a:ext cx="8735325" cy="75656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PROBLEM STATEMENT</a:t>
            </a:r>
            <a:endParaRPr lang="en-PK" sz="3600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B36F7C-E9E0-4C0F-2E56-E243F2D1A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3934" y="1484784"/>
            <a:ext cx="8735325" cy="1731888"/>
          </a:xfrm>
        </p:spPr>
        <p:txBody>
          <a:bodyPr>
            <a:normAutofit/>
          </a:bodyPr>
          <a:lstStyle/>
          <a:p>
            <a:pPr algn="just"/>
            <a:r>
              <a:rPr lang="en-US" sz="2400" cap="none" dirty="0">
                <a:solidFill>
                  <a:schemeClr val="tx1"/>
                </a:solidFill>
              </a:rPr>
              <a:t>Software based implementations of CRYSTALS Dilithium suffer from high computational complexity, increased latency, and elevated power consumption</a:t>
            </a:r>
            <a:endParaRPr lang="en-PK" sz="2400" cap="none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C48F6D-D638-85F7-22E5-0DD3D9C99C84}"/>
              </a:ext>
            </a:extLst>
          </p:cNvPr>
          <p:cNvSpPr txBox="1">
            <a:spLocks/>
          </p:cNvSpPr>
          <p:nvPr/>
        </p:nvSpPr>
        <p:spPr>
          <a:xfrm>
            <a:off x="1625176" y="2838388"/>
            <a:ext cx="8735325" cy="756568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OBJECTIVE</a:t>
            </a:r>
            <a:endParaRPr lang="en-PK" sz="3600" dirty="0">
              <a:solidFill>
                <a:schemeClr val="accent1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DF0CE77-C18A-03C8-0C43-D2CD0A197162}"/>
              </a:ext>
            </a:extLst>
          </p:cNvPr>
          <p:cNvSpPr txBox="1">
            <a:spLocks/>
          </p:cNvSpPr>
          <p:nvPr/>
        </p:nvSpPr>
        <p:spPr>
          <a:xfrm>
            <a:off x="1643934" y="3704332"/>
            <a:ext cx="8914974" cy="1731888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21898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828480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43797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304746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960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45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94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cap="none" dirty="0">
                <a:solidFill>
                  <a:schemeClr val="tx1"/>
                </a:solidFill>
              </a:rPr>
              <a:t>Design and verify an efficient hardware architecture for Dilithium, implement key modules (polynomial arithmetic &amp; NTT), and evaluate latency, area, and power.</a:t>
            </a:r>
            <a:endParaRPr lang="en-PK" sz="24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0728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7BF68-23D5-1E25-4402-747CB0B4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630D81F-DD27-D0DC-A5BB-2B3A0AFA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Methodology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5BA662F-8CDE-A7A0-F05D-50BAE0F37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Algorithm Analysis: Study reference C implementation to identify computational bottlenecks.</a:t>
            </a:r>
          </a:p>
          <a:p>
            <a:r>
              <a:rPr lang="en-US" sz="2100" dirty="0"/>
              <a:t>Architectural Decomposition: Break down key modules into dedicated hardware blocks</a:t>
            </a:r>
          </a:p>
          <a:p>
            <a:r>
              <a:rPr lang="en-US" sz="2100" dirty="0"/>
              <a:t>RTL Design &amp; Integration: Implement modules in Verilog and integrate into full hardware design.</a:t>
            </a:r>
          </a:p>
          <a:p>
            <a:r>
              <a:rPr lang="en-US" sz="2100" dirty="0"/>
              <a:t>Functional Verification: Testbench-driven simulation to ensure correctness.</a:t>
            </a:r>
          </a:p>
          <a:p>
            <a:r>
              <a:rPr lang="en-US" sz="2100" dirty="0"/>
              <a:t>Performance Evaluation: Use FPGA synthesis tools to measure Latency , Resource utilization and Power consumption</a:t>
            </a:r>
          </a:p>
          <a:p>
            <a:r>
              <a:rPr lang="en-US" sz="2100" dirty="0"/>
              <a:t>Research Hypothesis: Hardware acceleration significantly improves Dilithium performance compared to software on embedded processors.</a:t>
            </a:r>
          </a:p>
        </p:txBody>
      </p:sp>
    </p:spTree>
    <p:extLst>
      <p:ext uri="{BB962C8B-B14F-4D97-AF65-F5344CB8AC3E}">
        <p14:creationId xmlns:p14="http://schemas.microsoft.com/office/powerpoint/2010/main" val="113624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D64AA-267F-366E-BA3E-D523651A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01E34-D618-69B6-B223-550584769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0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accent1"/>
                </a:solidFill>
              </a:rPr>
              <a:t>Methodology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3" name="f2" descr="Figure 2&#10;Methodology of the thesis: analysis of the reference model, per-module RTL design and verification, followed by evaluation and benchmarking.">
            <a:extLst>
              <a:ext uri="{FF2B5EF4-FFF2-40B4-BE49-F238E27FC236}">
                <a16:creationId xmlns:a16="http://schemas.microsoft.com/office/drawing/2014/main" id="{DCB4C506-2446-923E-A36A-E008C418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972" y="756568"/>
            <a:ext cx="6984777" cy="582696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3737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BA20C-7563-087C-658C-9299E2531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4BC4C-96EA-F45C-8CAC-FBB75059BE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34506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 err="1">
                <a:solidFill>
                  <a:schemeClr val="accent1"/>
                </a:solidFill>
              </a:rPr>
              <a:t>Dilithium</a:t>
            </a:r>
            <a:r>
              <a:rPr lang="en-US" sz="3600" dirty="0">
                <a:solidFill>
                  <a:schemeClr val="accent1"/>
                </a:solidFill>
              </a:rPr>
              <a:t> High-Level Architecture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A32EA7-F5C3-DF67-8C83-9EF34FEA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246" y="908720"/>
            <a:ext cx="6706536" cy="55538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ECE4F-8045-73FF-FAAE-EBBC0C417926}"/>
              </a:ext>
            </a:extLst>
          </p:cNvPr>
          <p:cNvSpPr txBox="1"/>
          <p:nvPr/>
        </p:nvSpPr>
        <p:spPr>
          <a:xfrm>
            <a:off x="9334772" y="5589240"/>
            <a:ext cx="2088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Fig. </a:t>
            </a:r>
            <a:r>
              <a:rPr lang="en-US" sz="1200" dirty="0" err="1"/>
              <a:t>Dilithium</a:t>
            </a:r>
            <a:r>
              <a:rPr lang="en-US" sz="1200" dirty="0"/>
              <a:t> High-Level Architecture. Reproduced from [10]</a:t>
            </a:r>
          </a:p>
        </p:txBody>
      </p:sp>
    </p:spTree>
    <p:extLst>
      <p:ext uri="{BB962C8B-B14F-4D97-AF65-F5344CB8AC3E}">
        <p14:creationId xmlns:p14="http://schemas.microsoft.com/office/powerpoint/2010/main" val="347897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2F861-CA69-949B-1653-77B76E0F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1B6D81A-E85B-EBBF-27B9-2B4D69AA3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</a:b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Dilithium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Major Components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BA5B21D-DEE7-6D40-7BAD-AD649EB64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Keccak engine (SHAKE-128/256)				</a:t>
            </a:r>
          </a:p>
          <a:p>
            <a:r>
              <a:rPr lang="en-US" sz="2100" dirty="0"/>
              <a:t>Numeric Theoretic Transform (NTT) module  (Poly Multiplication)</a:t>
            </a:r>
          </a:p>
          <a:p>
            <a:r>
              <a:rPr lang="en-US" sz="2100" dirty="0"/>
              <a:t>Memory</a:t>
            </a:r>
          </a:p>
          <a:p>
            <a:r>
              <a:rPr lang="en-US" sz="2100" dirty="0"/>
              <a:t>Sampler</a:t>
            </a:r>
          </a:p>
          <a:p>
            <a:r>
              <a:rPr lang="en-US" sz="2100" dirty="0"/>
              <a:t>Rounding/decomposition logic</a:t>
            </a:r>
          </a:p>
          <a:p>
            <a:r>
              <a:rPr lang="en-US" sz="2100" dirty="0" err="1"/>
              <a:t>Dilithium</a:t>
            </a:r>
            <a:r>
              <a:rPr lang="en-US" sz="2100" dirty="0"/>
              <a:t> Main Controller</a:t>
            </a:r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D38856B-5A55-9F92-6CB4-BDC49C6364D4}"/>
                  </a:ext>
                </a:extLst>
              </p14:cNvPr>
              <p14:cNvContentPartPr/>
              <p14:nvPr/>
            </p14:nvContentPartPr>
            <p14:xfrm>
              <a:off x="6579619" y="1784510"/>
              <a:ext cx="648000" cy="1972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D38856B-5A55-9F92-6CB4-BDC49C6364D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25979" y="1676510"/>
                <a:ext cx="75564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2EDFBAC-3F91-3A45-9EC9-0DD0B00B2F6B}"/>
                  </a:ext>
                </a:extLst>
              </p14:cNvPr>
              <p14:cNvContentPartPr/>
              <p14:nvPr/>
            </p14:nvContentPartPr>
            <p14:xfrm>
              <a:off x="6862219" y="1879910"/>
              <a:ext cx="443160" cy="18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2EDFBAC-3F91-3A45-9EC9-0DD0B00B2F6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08219" y="1771910"/>
                <a:ext cx="5508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3430293-4B97-B789-DE87-3B0F1E44CFED}"/>
                  </a:ext>
                </a:extLst>
              </p14:cNvPr>
              <p14:cNvContentPartPr/>
              <p14:nvPr/>
            </p14:nvContentPartPr>
            <p14:xfrm>
              <a:off x="1683259" y="1862630"/>
              <a:ext cx="3632400" cy="90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3430293-4B97-B789-DE87-3B0F1E44CFE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29259" y="1754630"/>
                <a:ext cx="374004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B6634B98-6E51-B366-5919-EB3F03D1FA11}"/>
                  </a:ext>
                </a:extLst>
              </p14:cNvPr>
              <p14:cNvContentPartPr/>
              <p14:nvPr/>
            </p14:nvContentPartPr>
            <p14:xfrm>
              <a:off x="1683259" y="1879910"/>
              <a:ext cx="3588840" cy="946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B6634B98-6E51-B366-5919-EB3F03D1FA1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29259" y="1771910"/>
                <a:ext cx="369648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B7A955A-ECD2-27C2-3127-3E9F8F64474E}"/>
                  </a:ext>
                </a:extLst>
              </p14:cNvPr>
              <p14:cNvContentPartPr/>
              <p14:nvPr/>
            </p14:nvContentPartPr>
            <p14:xfrm>
              <a:off x="981844" y="2108150"/>
              <a:ext cx="7995240" cy="4302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B7A955A-ECD2-27C2-3127-3E9F8F6447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27844" y="2000510"/>
                <a:ext cx="8102880" cy="64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C12B54C-505C-C92D-44A8-2687CCCD7BC9}"/>
                  </a:ext>
                </a:extLst>
              </p14:cNvPr>
              <p14:cNvContentPartPr/>
              <p14:nvPr/>
            </p14:nvContentPartPr>
            <p14:xfrm>
              <a:off x="1345939" y="1871270"/>
              <a:ext cx="4723920" cy="198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C12B54C-505C-C92D-44A8-2687CCCD7BC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92299" y="1763270"/>
                <a:ext cx="4831560" cy="41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DED07D1-CB05-BEFF-B56F-06A7CC9D74E9}"/>
                  </a:ext>
                </a:extLst>
              </p14:cNvPr>
              <p14:cNvContentPartPr/>
              <p14:nvPr/>
            </p14:nvContentPartPr>
            <p14:xfrm>
              <a:off x="8394739" y="2357990"/>
              <a:ext cx="381960" cy="93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DED07D1-CB05-BEFF-B56F-06A7CC9D74E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340739" y="2250350"/>
                <a:ext cx="4896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CF1E7FC-FA64-B39A-4BD6-522BCB34D436}"/>
                  </a:ext>
                </a:extLst>
              </p14:cNvPr>
              <p14:cNvContentPartPr/>
              <p14:nvPr/>
            </p14:nvContentPartPr>
            <p14:xfrm>
              <a:off x="3255379" y="2469230"/>
              <a:ext cx="360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CF1E7FC-FA64-B39A-4BD6-522BCB34D43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201739" y="23615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D76DFC4-F64D-FC88-89C7-9E3E5487B1BC}"/>
                  </a:ext>
                </a:extLst>
              </p14:cNvPr>
              <p14:cNvContentPartPr/>
              <p14:nvPr/>
            </p14:nvContentPartPr>
            <p14:xfrm>
              <a:off x="1948219" y="2366990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D76DFC4-F64D-FC88-89C7-9E3E5487B1B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94219" y="2258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5425807-6480-6E5B-1D72-E08F9C2F3886}"/>
                  </a:ext>
                </a:extLst>
              </p14:cNvPr>
              <p14:cNvContentPartPr/>
              <p14:nvPr/>
            </p14:nvContentPartPr>
            <p14:xfrm>
              <a:off x="1948219" y="2366990"/>
              <a:ext cx="36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5425807-6480-6E5B-1D72-E08F9C2F388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94219" y="2258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BDD51D3-4E38-B184-79D5-DA95E37AAFFD}"/>
                  </a:ext>
                </a:extLst>
              </p14:cNvPr>
              <p14:cNvContentPartPr/>
              <p14:nvPr/>
            </p14:nvContentPartPr>
            <p14:xfrm>
              <a:off x="1631779" y="1853990"/>
              <a:ext cx="36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BDD51D3-4E38-B184-79D5-DA95E37AAFF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78139" y="1745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2AC71A0-6D66-187A-17FE-EBA0328F16BC}"/>
                  </a:ext>
                </a:extLst>
              </p14:cNvPr>
              <p14:cNvContentPartPr/>
              <p14:nvPr/>
            </p14:nvContentPartPr>
            <p14:xfrm>
              <a:off x="1631779" y="1853990"/>
              <a:ext cx="360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2AC71A0-6D66-187A-17FE-EBA0328F16B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78139" y="1745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F0B4A2A-5184-EE42-BF1A-B9B715920D76}"/>
                  </a:ext>
                </a:extLst>
              </p14:cNvPr>
              <p14:cNvContentPartPr/>
              <p14:nvPr/>
            </p14:nvContentPartPr>
            <p14:xfrm>
              <a:off x="1147939" y="2784230"/>
              <a:ext cx="2022840" cy="258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F0B4A2A-5184-EE42-BF1A-B9B715920D7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94299" y="2676590"/>
                <a:ext cx="2130480" cy="47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77FAFFE-1C8C-3942-AF0E-13FBB0004A1A}"/>
                  </a:ext>
                </a:extLst>
              </p14:cNvPr>
              <p14:cNvContentPartPr/>
              <p14:nvPr/>
            </p14:nvContentPartPr>
            <p14:xfrm>
              <a:off x="2359339" y="2834630"/>
              <a:ext cx="349920" cy="280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77FAFFE-1C8C-3942-AF0E-13FBB0004A1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05339" y="2726630"/>
                <a:ext cx="457560" cy="24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3122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2E923-41D4-14D2-77BC-F70A91B24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D7031FA-ADEF-5C30-831D-1BF250DAD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– Design 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3AA8BD2D-BE62-8A93-9071-D8E84129C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SHAKE128/SHAKE256  hashing </a:t>
            </a:r>
            <a:br>
              <a:rPr lang="en-US" sz="2100" dirty="0"/>
            </a:br>
            <a:r>
              <a:rPr lang="en-US" sz="2100" dirty="0"/>
              <a:t>support</a:t>
            </a:r>
          </a:p>
          <a:p>
            <a:r>
              <a:rPr lang="en-US" sz="2100" dirty="0"/>
              <a:t>64-bit bus</a:t>
            </a:r>
          </a:p>
          <a:p>
            <a:r>
              <a:rPr lang="en-US" sz="2100" dirty="0"/>
              <a:t>one-round-per-cycle core</a:t>
            </a:r>
          </a:p>
          <a:p>
            <a:r>
              <a:rPr lang="en-US" sz="2100" dirty="0"/>
              <a:t>parameterized parallel lanes</a:t>
            </a:r>
          </a:p>
          <a:p>
            <a:r>
              <a:rPr lang="en-US" sz="2100" dirty="0"/>
              <a:t>4-lane speedup: 3.84x</a:t>
            </a:r>
          </a:p>
        </p:txBody>
      </p:sp>
      <p:pic>
        <p:nvPicPr>
          <p:cNvPr id="2" name="f4" descr="Figure 4&#10;Module hierarchy of the Keccak engine: a parameterised parallel wrapper over N independent cores, each split into parameter, absorb, step and output units.">
            <a:extLst>
              <a:ext uri="{FF2B5EF4-FFF2-40B4-BE49-F238E27FC236}">
                <a16:creationId xmlns:a16="http://schemas.microsoft.com/office/drawing/2014/main" id="{5DE65C66-46C4-57B8-7A77-0CE320A16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39692" y="1701797"/>
            <a:ext cx="5839692" cy="388744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889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7B23-0558-0D0E-B7DB-A1A8D911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FD7B2D2-8357-2C61-A956-966AABD80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5860" y="0"/>
            <a:ext cx="10360501" cy="1223963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– Verification and Synthesis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6E9812-4E76-8E78-A069-54DCA47E0E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1050539"/>
            <a:ext cx="7848871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PK" sz="1800" dirty="0"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 samples each completed SHAKE </a:t>
            </a:r>
            <a:r>
              <a:rPr kumimoji="0" lang="en-PK" altLang="en-PK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transactio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</a:t>
            </a:r>
          </a:p>
          <a:p>
            <a:pPr mar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points: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SHAKE mode: SHAKE128, SHAKE256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message length: empty, short, rate-boundary, multi-block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XOF length: continuous, small, medium, large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77886" lvl="1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 coverage: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PK" altLang="en-PK" sz="1800" dirty="0">
                <a:latin typeface="Arial" panose="020B0604020202020204" pitchFamily="34" charset="0"/>
              </a:rPr>
              <a:t>mode x message length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PK" altLang="en-PK" sz="1800" dirty="0">
                <a:latin typeface="Arial" panose="020B0604020202020204" pitchFamily="34" charset="0"/>
              </a:rPr>
              <a:t>mode x XOF length</a:t>
            </a:r>
            <a:endParaRPr lang="en-US" altLang="en-PK" sz="1800" dirty="0"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PK" sz="1800" dirty="0">
                <a:latin typeface="Arial" panose="020B0604020202020204" pitchFamily="34" charset="0"/>
              </a:rPr>
              <a:t>Verified against System Verilog golden model</a:t>
            </a: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77886" lvl="1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208/208 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UVM 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tests passed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functional coverage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1800" dirty="0"/>
              <a:t>Fmax: 84.31 MHz </a:t>
            </a:r>
            <a:r>
              <a:rPr lang="en-US" sz="1800" b="1" dirty="0"/>
              <a:t>(Cyclone V)</a:t>
            </a:r>
            <a:endParaRPr lang="en-US" sz="1800" dirty="0"/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C85B01F-CF12-20BD-587B-2A05A5C9F09E}"/>
                  </a:ext>
                </a:extLst>
              </p14:cNvPr>
              <p14:cNvContentPartPr/>
              <p14:nvPr/>
            </p14:nvContentPartPr>
            <p14:xfrm>
              <a:off x="1930939" y="5356507"/>
              <a:ext cx="541080" cy="10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C85B01F-CF12-20BD-587B-2A05A5C9F0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77299" y="5248867"/>
                <a:ext cx="64872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DD5BB60-13A2-5AA4-AA58-8D0371625FDA}"/>
                  </a:ext>
                </a:extLst>
              </p14:cNvPr>
              <p14:cNvContentPartPr/>
              <p14:nvPr/>
            </p14:nvContentPartPr>
            <p14:xfrm>
              <a:off x="2341339" y="5357947"/>
              <a:ext cx="376200" cy="86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DD5BB60-13A2-5AA4-AA58-8D0371625FD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87339" y="5249947"/>
                <a:ext cx="48384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3BF6225-49C6-02E9-F0CC-18A3E58DCCDE}"/>
                  </a:ext>
                </a:extLst>
              </p14:cNvPr>
              <p14:cNvContentPartPr/>
              <p14:nvPr/>
            </p14:nvContentPartPr>
            <p14:xfrm>
              <a:off x="1930939" y="5631187"/>
              <a:ext cx="554400" cy="262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3BF6225-49C6-02E9-F0CC-18A3E58DCCD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77299" y="5523187"/>
                <a:ext cx="66204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B090E66-56BA-BF92-8EE1-1BE2D0632813}"/>
                  </a:ext>
                </a:extLst>
              </p14:cNvPr>
              <p14:cNvContentPartPr/>
              <p14:nvPr/>
            </p14:nvContentPartPr>
            <p14:xfrm>
              <a:off x="1914019" y="5639827"/>
              <a:ext cx="597600" cy="9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B090E66-56BA-BF92-8EE1-1BE2D063281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60019" y="5532187"/>
                <a:ext cx="70524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F3364B6-16F3-6DCB-318D-15221D669AE3}"/>
                  </a:ext>
                </a:extLst>
              </p14:cNvPr>
              <p14:cNvContentPartPr/>
              <p14:nvPr/>
            </p14:nvContentPartPr>
            <p14:xfrm>
              <a:off x="1613779" y="5409427"/>
              <a:ext cx="524520" cy="2174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F3364B6-16F3-6DCB-318D-15221D669AE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559779" y="5301427"/>
                <a:ext cx="632160" cy="43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2EBEBAE-95D3-BDFE-67CB-35B18FF066B6}"/>
                  </a:ext>
                </a:extLst>
              </p14:cNvPr>
              <p14:cNvContentPartPr/>
              <p14:nvPr/>
            </p14:nvContentPartPr>
            <p14:xfrm>
              <a:off x="2546179" y="5913427"/>
              <a:ext cx="925560" cy="3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2EBEBAE-95D3-BDFE-67CB-35B18FF066B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492539" y="5805787"/>
                <a:ext cx="1033200" cy="25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89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2BDB-FAF0-916C-9A6C-33E999AC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835DAB-9C3B-709A-9226-59719CB78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705" y="-171400"/>
            <a:ext cx="10360501" cy="1223963"/>
          </a:xfrm>
        </p:spPr>
        <p:txBody>
          <a:bodyPr>
            <a:normAutofit/>
          </a:bodyPr>
          <a:lstStyle/>
          <a:p>
            <a:br>
              <a:rPr lang="en-US" sz="3200" dirty="0"/>
            </a:br>
            <a: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– Verification and Synthesis Outputs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4BB1897-1057-E9C5-0E15-94A30A3FD3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3543527"/>
            <a:ext cx="784887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ED19A1E-AB6F-2B63-3F9B-BB5F732A2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84" y="1202429"/>
            <a:ext cx="6380724" cy="167789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32A5826-9ABA-C72B-A181-9B8C61503B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0908" y="1202430"/>
            <a:ext cx="4782117" cy="170334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EC7A5C4-366E-34D0-5756-F41403D5FB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0908" y="2909164"/>
            <a:ext cx="4782117" cy="33092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2D343AD-4D81-6B0B-5047-E0154D522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84" y="2880322"/>
            <a:ext cx="6380724" cy="3338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162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5DE54-E075-1624-725A-165AE0BB2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394A307-3EC3-0023-3279-31CAAC0DF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495" y="-12817"/>
            <a:ext cx="10360501" cy="1223963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NTT – Design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F85CC16-6568-90F4-E517-95771EE106F6}"/>
                  </a:ext>
                </a:extLst>
              </p14:cNvPr>
              <p14:cNvContentPartPr/>
              <p14:nvPr/>
            </p14:nvContentPartPr>
            <p14:xfrm>
              <a:off x="7126819" y="2199307"/>
              <a:ext cx="9000" cy="57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F85CC16-6568-90F4-E517-95771EE106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73179" y="2091307"/>
                <a:ext cx="116640" cy="2214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2">
            <a:extLst>
              <a:ext uri="{FF2B5EF4-FFF2-40B4-BE49-F238E27FC236}">
                <a16:creationId xmlns:a16="http://schemas.microsoft.com/office/drawing/2014/main" id="{166B47CD-D2F2-7165-7841-2551C6CFC1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7829" y="1103424"/>
            <a:ext cx="6552727" cy="533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Implements polynomial </a:t>
            </a:r>
            <a: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Multiplication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over</a:t>
            </a:r>
            <a:endParaRPr lang="en-US" altLang="en-PK" sz="2000" dirty="0">
              <a:latin typeface="Arial" panose="020B0604020202020204" pitchFamily="34" charset="0"/>
            </a:endParaRPr>
          </a:p>
          <a:p>
            <a:pPr marL="377886" lvl="1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b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</a:br>
            <a: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</a:t>
            </a:r>
            <a:r>
              <a:rPr kumimoji="0" lang="en-PK" altLang="en-PK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Rq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</a:t>
            </a:r>
            <a:r>
              <a:rPr kumimoji="0" lang="en-PK" altLang="en-PK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Zq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[x] / (x^256 + 1)</a:t>
            </a:r>
            <a: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 = 8,380,417</a:t>
            </a:r>
            <a:b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</a:br>
            <a:endParaRPr kumimoji="0" lang="en-PK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Supports three operations:</a:t>
            </a:r>
            <a:endParaRPr kumimoji="0" lang="en-PK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 NTT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inverse NTT with scaling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point-wise multiplication</a:t>
            </a:r>
            <a:br>
              <a:rPr kumimoji="0" lang="en-US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PK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Memory-based architecture with a </a:t>
            </a:r>
            <a:r>
              <a:rPr kumimoji="0" lang="en-PK" altLang="en-PK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2x2 butterfly tile</a:t>
            </a:r>
            <a:endParaRPr kumimoji="0" lang="en-PK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Uses </a:t>
            </a:r>
            <a:r>
              <a:rPr kumimoji="0" lang="en-PK" altLang="en-PK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Cooley-Tukey butterflies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forward NTT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Uses </a:t>
            </a:r>
            <a:r>
              <a:rPr kumimoji="0" lang="en-PK" altLang="en-PK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Gentleman-Sande butterflies</a:t>
            </a: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inverse NTT</a:t>
            </a: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Four-bank conflict-free coefficient memory</a:t>
            </a:r>
            <a:endParaRPr kumimoji="0" lang="en-US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2000" dirty="0"/>
              <a:t>299 cycles per NTT</a:t>
            </a:r>
            <a:endParaRPr kumimoji="0" lang="en-PK" altLang="en-PK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q-specific shift-add modular reduction instead of Barrett reduction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0B2497-123C-9865-FEDE-FB0B4136D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540" y="1772816"/>
            <a:ext cx="4667901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321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17B3-B00B-72D3-D29C-95A861AA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B920496-E4BB-7713-A74C-88750796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634" y="-315416"/>
            <a:ext cx="10360501" cy="1223963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NTT – Verification and Synthesis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6FD5851-DD2A-5E3B-F2DF-F604202DF4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3405029"/>
            <a:ext cx="7848871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PK" sz="1800" dirty="0"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E1D1D26-73D7-60A6-BDF3-7E08A9806563}"/>
                  </a:ext>
                </a:extLst>
              </p14:cNvPr>
              <p14:cNvContentPartPr/>
              <p14:nvPr/>
            </p14:nvContentPartPr>
            <p14:xfrm>
              <a:off x="1930939" y="5356507"/>
              <a:ext cx="541080" cy="10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E1D1D26-73D7-60A6-BDF3-7E08A98065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76939" y="5248507"/>
                <a:ext cx="64872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4A6DC772-65BF-EDAE-D260-FF99F94809AD}"/>
                  </a:ext>
                </a:extLst>
              </p14:cNvPr>
              <p14:cNvContentPartPr/>
              <p14:nvPr/>
            </p14:nvContentPartPr>
            <p14:xfrm>
              <a:off x="2341339" y="5357947"/>
              <a:ext cx="376200" cy="86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4A6DC772-65BF-EDAE-D260-FF99F94809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87339" y="5249947"/>
                <a:ext cx="483840" cy="2242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632DD2-9175-A073-D427-D72D6C1D4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634" y="1124745"/>
            <a:ext cx="9036042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 group samples each completed NTT transaction</a:t>
            </a:r>
            <a:b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 points: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Operation: forward NTT, inverse NTT, point-wise multiplication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 pattern: zero, constant, random, boundary coefficients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Transform case: forward-only, inverse-only, round-trip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 range: coefficients reduced modulo q</a:t>
            </a:r>
            <a:b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 coverage: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operation x input pattern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operation x coefficient range</a:t>
            </a:r>
          </a:p>
          <a:p>
            <a:pPr marL="895243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transform case x edge case</a:t>
            </a:r>
            <a:b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PK" sz="1800" dirty="0">
                <a:latin typeface="Arial" panose="020B0604020202020204" pitchFamily="34" charset="0"/>
              </a:rPr>
              <a:t>Verified against System Verilog golden model</a:t>
            </a:r>
            <a:br>
              <a:rPr lang="en-US" altLang="en-PK" sz="1800" dirty="0">
                <a:latin typeface="Arial" panose="020B0604020202020204" pitchFamily="34" charset="0"/>
              </a:rPr>
            </a:br>
            <a:endParaRPr lang="en-US" altLang="en-PK" sz="1800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Results: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1800" b="1" dirty="0"/>
              <a:t>53/53</a:t>
            </a:r>
            <a:r>
              <a:rPr lang="en-US" sz="1800" dirty="0"/>
              <a:t> UVM tests passed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1800" b="1" dirty="0"/>
              <a:t>100%</a:t>
            </a:r>
            <a:r>
              <a:rPr lang="en-US" sz="1800" dirty="0"/>
              <a:t> functional coverage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Fmax: </a:t>
            </a:r>
            <a:r>
              <a:rPr lang="en-US" sz="1800" b="1" dirty="0"/>
              <a:t>75.44 MHz (Cyclone V)</a:t>
            </a:r>
            <a:endParaRPr lang="en-US" sz="1800" dirty="0"/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PK" altLang="en-PK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94697FB-D84F-9A59-4E7F-8B1178D598CE}"/>
                  </a:ext>
                </a:extLst>
              </p14:cNvPr>
              <p14:cNvContentPartPr/>
              <p14:nvPr/>
            </p14:nvContentPartPr>
            <p14:xfrm>
              <a:off x="1956859" y="5733787"/>
              <a:ext cx="474480" cy="39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94697FB-D84F-9A59-4E7F-8B1178D598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02859" y="5626147"/>
                <a:ext cx="582120" cy="2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8066DAB-4C50-F88C-73D9-44B48EA23705}"/>
                  </a:ext>
                </a:extLst>
              </p14:cNvPr>
              <p14:cNvContentPartPr/>
              <p14:nvPr/>
            </p14:nvContentPartPr>
            <p14:xfrm>
              <a:off x="2007979" y="6005947"/>
              <a:ext cx="516960" cy="36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8066DAB-4C50-F88C-73D9-44B48EA237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53979" y="5897947"/>
                <a:ext cx="624600" cy="25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C85519B-500D-D3E7-D468-5B578B197BD5}"/>
                  </a:ext>
                </a:extLst>
              </p14:cNvPr>
              <p14:cNvContentPartPr/>
              <p14:nvPr/>
            </p14:nvContentPartPr>
            <p14:xfrm>
              <a:off x="2640139" y="6289267"/>
              <a:ext cx="8805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C85519B-500D-D3E7-D468-5B578B197BD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6139" y="6181267"/>
                <a:ext cx="9882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3688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4883D-38E5-6877-8D67-9076B2CFB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EEC3C49-1F24-0D28-AC08-AD5A96DFC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705" y="-171400"/>
            <a:ext cx="10360501" cy="1223963"/>
          </a:xfrm>
        </p:spPr>
        <p:txBody>
          <a:bodyPr>
            <a:normAutofit/>
          </a:bodyPr>
          <a:lstStyle/>
          <a:p>
            <a:br>
              <a:rPr lang="en-US" sz="3200" dirty="0"/>
            </a:br>
            <a: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NTT – Verification and Synthesis Outputs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EE3DE32-82AD-37B8-C136-F90B137B32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3543527"/>
            <a:ext cx="784887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1A1550-E63E-01A0-C623-DECDE5A9C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444" y="1260351"/>
            <a:ext cx="5036904" cy="12880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16DAB1-8559-5F11-7CFC-9A004D8F33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55" y="2548412"/>
            <a:ext cx="5011883" cy="39162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E64274-AD1E-05BE-C80A-02BE9B97E5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05" y="3699866"/>
            <a:ext cx="5760640" cy="27647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AE4652-6CB2-142F-2258-83489A4684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05" y="1268761"/>
            <a:ext cx="5760640" cy="243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9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1253C-61ED-95EB-83F6-02E88404F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7892D-7999-15A6-E547-43B3116D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0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accent1"/>
                </a:solidFill>
              </a:rPr>
              <a:t>GANTT CHART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62977B-5F06-12E1-E0CA-469A0EF30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8" y="775054"/>
            <a:ext cx="7692684" cy="575483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634201-1AD0-25CB-BD8E-019E4845CAA4}"/>
                  </a:ext>
                </a:extLst>
              </p14:cNvPr>
              <p14:cNvContentPartPr/>
              <p14:nvPr/>
            </p14:nvContentPartPr>
            <p14:xfrm>
              <a:off x="4042699" y="1861533"/>
              <a:ext cx="2716920" cy="395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634201-1AD0-25CB-BD8E-019E4845CAA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88699" y="1753533"/>
                <a:ext cx="2824560" cy="61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745893D-34BD-D158-1BF1-90DC3CD51230}"/>
                  </a:ext>
                </a:extLst>
              </p14:cNvPr>
              <p14:cNvContentPartPr/>
              <p14:nvPr/>
            </p14:nvContentPartPr>
            <p14:xfrm>
              <a:off x="4638139" y="2405133"/>
              <a:ext cx="985320" cy="364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745893D-34BD-D158-1BF1-90DC3CD5123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84139" y="2297493"/>
                <a:ext cx="1092960" cy="58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2E485F8-5B42-8273-BB94-E67CC8192485}"/>
                  </a:ext>
                </a:extLst>
              </p14:cNvPr>
              <p14:cNvContentPartPr/>
              <p14:nvPr/>
            </p14:nvContentPartPr>
            <p14:xfrm>
              <a:off x="5733979" y="3751173"/>
              <a:ext cx="2095920" cy="7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2E485F8-5B42-8273-BB94-E67CC819248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79979" y="3535173"/>
                <a:ext cx="220356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915FD53-345C-4F20-6088-CF80F4635C0B}"/>
                  </a:ext>
                </a:extLst>
              </p14:cNvPr>
              <p14:cNvContentPartPr/>
              <p14:nvPr/>
            </p14:nvContentPartPr>
            <p14:xfrm>
              <a:off x="5750899" y="4229973"/>
              <a:ext cx="2120040" cy="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915FD53-345C-4F20-6088-CF80F4635C0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96899" y="4013973"/>
                <a:ext cx="222768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B3B68DB-D7A8-F75C-F08D-797CAC579877}"/>
                  </a:ext>
                </a:extLst>
              </p14:cNvPr>
              <p14:cNvContentPartPr/>
              <p14:nvPr/>
            </p14:nvContentPartPr>
            <p14:xfrm rot="84896">
              <a:off x="5759676" y="3879878"/>
              <a:ext cx="2052086" cy="26315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B3B68DB-D7A8-F75C-F08D-797CAC57987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 rot="84896">
                <a:off x="5705674" y="3771882"/>
                <a:ext cx="2159731" cy="4787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0C708FA-DF9F-D003-8BBE-CB71775FAA4A}"/>
                  </a:ext>
                </a:extLst>
              </p14:cNvPr>
              <p14:cNvContentPartPr/>
              <p14:nvPr/>
            </p14:nvContentPartPr>
            <p14:xfrm>
              <a:off x="5741179" y="3983013"/>
              <a:ext cx="933480" cy="172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0C708FA-DF9F-D003-8BBE-CB71775FAA4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87179" y="3875013"/>
                <a:ext cx="104112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A91D55A-E0B7-EF5F-C2B1-CCE11DB489B2}"/>
                  </a:ext>
                </a:extLst>
              </p14:cNvPr>
              <p14:cNvContentPartPr/>
              <p14:nvPr/>
            </p14:nvContentPartPr>
            <p14:xfrm>
              <a:off x="7425979" y="3945933"/>
              <a:ext cx="414360" cy="117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A91D55A-E0B7-EF5F-C2B1-CCE11DB489B2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372339" y="3837933"/>
                <a:ext cx="522000" cy="33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DCC93EF-D0AC-98F3-8F5A-012E3FC5A24C}"/>
                  </a:ext>
                </a:extLst>
              </p14:cNvPr>
              <p14:cNvContentPartPr/>
              <p14:nvPr/>
            </p14:nvContentPartPr>
            <p14:xfrm>
              <a:off x="5195419" y="6015933"/>
              <a:ext cx="1582200" cy="7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DCC93EF-D0AC-98F3-8F5A-012E3FC5A24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141419" y="5799933"/>
                <a:ext cx="168984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CC2BE53-F65B-175D-CA76-17CDB34C8624}"/>
                  </a:ext>
                </a:extLst>
              </p14:cNvPr>
              <p14:cNvContentPartPr/>
              <p14:nvPr/>
            </p14:nvContentPartPr>
            <p14:xfrm>
              <a:off x="5185699" y="6122133"/>
              <a:ext cx="1583640" cy="2898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CC2BE53-F65B-175D-CA76-17CDB34C862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131699" y="6014133"/>
                <a:ext cx="1691280" cy="5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5AB9355-D7DB-DE8D-CDD7-CFF98683EE4C}"/>
                  </a:ext>
                </a:extLst>
              </p14:cNvPr>
              <p14:cNvContentPartPr/>
              <p14:nvPr/>
            </p14:nvContentPartPr>
            <p14:xfrm>
              <a:off x="5187139" y="2982213"/>
              <a:ext cx="1001160" cy="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5AB9355-D7DB-DE8D-CDD7-CFF98683EE4C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33139" y="2766213"/>
                <a:ext cx="11088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CB9EA70-6E33-FF84-984D-23508652228A}"/>
                  </a:ext>
                </a:extLst>
              </p14:cNvPr>
              <p14:cNvContentPartPr/>
              <p14:nvPr/>
            </p14:nvContentPartPr>
            <p14:xfrm>
              <a:off x="5150779" y="3083013"/>
              <a:ext cx="1028160" cy="4906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CB9EA70-6E33-FF84-984D-23508652228A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097139" y="2975373"/>
                <a:ext cx="1135800" cy="706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07796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FD9F-2D9F-8CD7-F1BD-23020CE94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5AFC0B-E497-1E04-00E8-B53B0FF9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References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345B905-960D-ADB2-C6E8-FA27E4FF5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8883" y="1701797"/>
            <a:ext cx="10360501" cy="4391499"/>
          </a:xfrm>
        </p:spPr>
        <p:txBody>
          <a:bodyPr>
            <a:normAutofit fontScale="70000" lnSpcReduction="20000"/>
          </a:bodyPr>
          <a:lstStyle/>
          <a:p>
            <a:endParaRPr lang="en-US" sz="2100" dirty="0"/>
          </a:p>
          <a:p>
            <a:pPr marL="0" indent="0">
              <a:buNone/>
            </a:pPr>
            <a:r>
              <a:rPr lang="en-US" sz="1400" dirty="0"/>
              <a:t>[1] L. Beckwith, D. T. Nguyen, and K. Gaj, “High-Performance Hardware Implementation of CRYSTALS-</a:t>
            </a:r>
            <a:r>
              <a:rPr lang="en-US" sz="1400" dirty="0" err="1"/>
              <a:t>Dilithium</a:t>
            </a:r>
            <a:r>
              <a:rPr lang="en-US" sz="1400" dirty="0"/>
              <a:t>,” International Conference on Field-Programmable Technology, 2021.</a:t>
            </a:r>
          </a:p>
          <a:p>
            <a:pPr marL="0" indent="0">
              <a:buNone/>
            </a:pPr>
            <a:r>
              <a:rPr lang="en-US" sz="1400" dirty="0"/>
              <a:t>[2] C. Zhao, N. Zhang, H. Wang, B. Yang, W. Zhu, Z. Li, M. Zhu, S. Yin, S. Wei, and L. Liu, “A Compact and High-Performance Hardware Architecture for CRYSTALS-</a:t>
            </a:r>
            <a:r>
              <a:rPr lang="en-US" sz="1400" dirty="0" err="1"/>
              <a:t>Dilithium</a:t>
            </a:r>
            <a:r>
              <a:rPr lang="en-US" sz="1400" dirty="0"/>
              <a:t>,” IACR Transactions on Cryptographic Hardware and Embedded Systems, vol. 2022, no. 1, pp. 270–295, 2022.</a:t>
            </a:r>
          </a:p>
          <a:p>
            <a:pPr marL="0" indent="0">
              <a:buNone/>
            </a:pPr>
            <a:r>
              <a:rPr lang="en-US" sz="1400" dirty="0"/>
              <a:t>[3] G. Mao, D. Chen, G. Li, W. Dai, A. I. Sanka, C. K. Koc, and R. C. C. Cheung, “High-performance and Configurable SW/HW Co-design of Post-quantum Signature CRYSTALS-</a:t>
            </a:r>
            <a:r>
              <a:rPr lang="en-US" sz="1400" dirty="0" err="1"/>
              <a:t>Dilithium</a:t>
            </a:r>
            <a:r>
              <a:rPr lang="en-US" sz="1400" dirty="0"/>
              <a:t>,” ACM Transactions on Reconfigurable Technology and Systems, vol. 16, no. 3, Article 44, 2023.</a:t>
            </a:r>
          </a:p>
          <a:p>
            <a:pPr marL="0" indent="0">
              <a:buNone/>
            </a:pPr>
            <a:r>
              <a:rPr lang="en-US" sz="1400" dirty="0"/>
              <a:t>[4] T. Wang, C. Zhang, X. Zhang, D. Gu, and P. Cao, “Optimized Hardware-Software Co-Design for Kyber and </a:t>
            </a:r>
            <a:r>
              <a:rPr lang="en-US" sz="1400" dirty="0" err="1"/>
              <a:t>Dilithium</a:t>
            </a:r>
            <a:r>
              <a:rPr lang="en-US" sz="1400" dirty="0"/>
              <a:t> on RISC-V SoC FPGA,” IACR Transactions on Cryptographic Hardware and Embedded Systems, vol. 2024, no. 3, pp. 99–135, 2024.</a:t>
            </a:r>
          </a:p>
          <a:p>
            <a:pPr marL="0" indent="0">
              <a:buNone/>
            </a:pPr>
            <a:r>
              <a:rPr lang="en-US" sz="1400" dirty="0"/>
              <a:t>[5] Q. </a:t>
            </a:r>
            <a:r>
              <a:rPr lang="en-US" sz="1400" dirty="0" err="1"/>
              <a:t>Norga</a:t>
            </a:r>
            <a:r>
              <a:rPr lang="en-US" sz="1400" dirty="0"/>
              <a:t>, S. Kundu, and I. </a:t>
            </a:r>
            <a:r>
              <a:rPr lang="en-US" sz="1400" dirty="0" err="1"/>
              <a:t>Verbauwhede</a:t>
            </a:r>
            <a:r>
              <a:rPr lang="en-US" sz="1400" dirty="0"/>
              <a:t>, “ML-DSA-OSH: An Efficient, Open-Source Hardware Implementation of ML-DSA,” full version, 2025.</a:t>
            </a:r>
          </a:p>
          <a:p>
            <a:pPr marL="0" indent="0">
              <a:buNone/>
            </a:pPr>
            <a:r>
              <a:rPr lang="en-US" sz="1400" dirty="0"/>
              <a:t>[6] Y. Cui, J. Zhong, B. Wang, T. Xu, C. Wang, and W. Liu, “High-Performance Hardware Implementation of CRYSTALS-</a:t>
            </a:r>
            <a:r>
              <a:rPr lang="en-US" sz="1400" dirty="0" err="1"/>
              <a:t>Dilithium</a:t>
            </a:r>
            <a:r>
              <a:rPr lang="en-US" sz="1400" dirty="0"/>
              <a:t> Based on Improved MDC-NTT,” IEEE Transactions on Computers, vol. 74, no. 9, pp. 2896–2908, September 2025.</a:t>
            </a:r>
          </a:p>
          <a:p>
            <a:pPr marL="0" indent="0">
              <a:buNone/>
            </a:pPr>
            <a:r>
              <a:rPr lang="en-US" sz="1400" dirty="0"/>
              <a:t>[7] H. Nguyen and T. T. Nguyen, “Area-Time Efficient Hardware Design for CRYSTALS-</a:t>
            </a:r>
            <a:r>
              <a:rPr lang="en-US" sz="1400" dirty="0" err="1"/>
              <a:t>Dilithium</a:t>
            </a:r>
            <a:r>
              <a:rPr lang="en-US" sz="1400" dirty="0"/>
              <a:t>,” IEEE International Midwest Symposium on Circuits and Systems, 2025.</a:t>
            </a:r>
          </a:p>
          <a:p>
            <a:pPr marL="0" indent="0">
              <a:buNone/>
            </a:pPr>
            <a:r>
              <a:rPr lang="en-US" sz="1400" dirty="0"/>
              <a:t>[8] S. Chowdhury, N. Mishra, S. Bhattacharya, and D. Mukhopadhyay, “Unified FPGA Design of Kyber and </a:t>
            </a:r>
            <a:r>
              <a:rPr lang="en-US" sz="1400" dirty="0" err="1"/>
              <a:t>Dilithium</a:t>
            </a:r>
            <a:r>
              <a:rPr lang="en-US" sz="1400" dirty="0"/>
              <a:t> with Provable Fault Tolerance,” IACR Cryptology </a:t>
            </a:r>
            <a:r>
              <a:rPr lang="en-US" sz="1400" dirty="0" err="1"/>
              <a:t>ePrint</a:t>
            </a:r>
            <a:r>
              <a:rPr lang="en-US" sz="1400" dirty="0"/>
              <a:t> Archive, Paper 2026/1008, 2026.</a:t>
            </a:r>
          </a:p>
          <a:p>
            <a:pPr marL="0" indent="0">
              <a:buNone/>
            </a:pPr>
            <a:r>
              <a:rPr lang="en-US" sz="1400" dirty="0"/>
              <a:t>[9] Z. Ni, A. Khalid, Z. Zhang, Y. Cui, W. Liu, and M. O’Neill, “</a:t>
            </a:r>
            <a:r>
              <a:rPr lang="en-US" sz="1400" dirty="0" err="1"/>
              <a:t>LightHD</a:t>
            </a:r>
            <a:r>
              <a:rPr lang="en-US" sz="1400" dirty="0"/>
              <a:t>: A Lightweight and High-Performance Hardware Accelerator of CRYSTALS-</a:t>
            </a:r>
            <a:r>
              <a:rPr lang="en-US" sz="1400" dirty="0" err="1"/>
              <a:t>Dilithium</a:t>
            </a:r>
            <a:r>
              <a:rPr lang="en-US" sz="1400" dirty="0"/>
              <a:t>,” IEEE Transactions on Computers, vol. 75, no. 5, pp. 2007–2019, May 2026.</a:t>
            </a:r>
          </a:p>
          <a:p>
            <a:pPr marL="0" indent="0">
              <a:buNone/>
            </a:pPr>
            <a:r>
              <a:rPr lang="en-US" sz="1400" dirty="0"/>
              <a:t>[10] P. Sun, Q. Wang, and M. Ikeda, “PALS: A High-Speed ML-DSA Hardware Accelerator with Enhanced Pipeline on FPGA,” IEEE International Conference on Integrated Circuits, Technologies and Applications, 2025.</a:t>
            </a:r>
          </a:p>
          <a:p>
            <a:pPr marL="0" indent="0">
              <a:buNone/>
            </a:pPr>
            <a:endParaRPr lang="en-US" sz="21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70959D-A723-FE5A-BB7D-4D67BA45C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358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655D6-5057-6B8B-D43F-AF007EACF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068" y="2204864"/>
            <a:ext cx="5832647" cy="1512168"/>
          </a:xfrm>
        </p:spPr>
        <p:txBody>
          <a:bodyPr>
            <a:noAutofit/>
          </a:bodyPr>
          <a:lstStyle/>
          <a:p>
            <a:r>
              <a:rPr lang="en-US" sz="6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THANK YOU ! </a:t>
            </a:r>
            <a:r>
              <a:rPr lang="en-US" sz="6600" dirty="0">
                <a:solidFill>
                  <a:schemeClr val="accent1">
                    <a:lumMod val="20000"/>
                    <a:lumOff val="80000"/>
                  </a:schemeClr>
                </a:solidFill>
                <a:sym typeface="Wingdings" panose="05000000000000000000" pitchFamily="2" charset="2"/>
              </a:rPr>
              <a:t></a:t>
            </a:r>
            <a:endParaRPr lang="en-PK" sz="6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782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3358</TotalTime>
  <Words>1182</Words>
  <Application>Microsoft Office PowerPoint</Application>
  <PresentationFormat>Custom</PresentationFormat>
  <Paragraphs>115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Arial Unicode MS</vt:lpstr>
      <vt:lpstr>Calibri</vt:lpstr>
      <vt:lpstr>Wingdings</vt:lpstr>
      <vt:lpstr>Tech 16x9</vt:lpstr>
      <vt:lpstr>Hardware Design and Verification of Dilithium – Post Quantum Digital Signature Algorithm</vt:lpstr>
      <vt:lpstr> Background</vt:lpstr>
      <vt:lpstr>What is Dilithium?</vt:lpstr>
      <vt:lpstr> Hardware Literature Review</vt:lpstr>
      <vt:lpstr>PROBLEM STATEMENT</vt:lpstr>
      <vt:lpstr> Methodology</vt:lpstr>
      <vt:lpstr>Methodology</vt:lpstr>
      <vt:lpstr>Dilithium High-Level Architecture</vt:lpstr>
      <vt:lpstr> Dilithium Major Components</vt:lpstr>
      <vt:lpstr> Keccak Engine – Design </vt:lpstr>
      <vt:lpstr> Keccak Engine – Verification and Synthesis</vt:lpstr>
      <vt:lpstr> Keccak Engine – Verification and Synthesis Outputs</vt:lpstr>
      <vt:lpstr> NTT – Design </vt:lpstr>
      <vt:lpstr> NTT – Verification and Synthesis</vt:lpstr>
      <vt:lpstr> NTT – Verification and Synthesis Outputs</vt:lpstr>
      <vt:lpstr>GANTT CHART</vt:lpstr>
      <vt:lpstr> References</vt:lpstr>
      <vt:lpstr>THANK YOU !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Abdul Ahad</dc:creator>
  <cp:lastModifiedBy>Muhammad Abdul Ahad</cp:lastModifiedBy>
  <cp:revision>21</cp:revision>
  <dcterms:created xsi:type="dcterms:W3CDTF">2026-01-21T20:32:26Z</dcterms:created>
  <dcterms:modified xsi:type="dcterms:W3CDTF">2026-06-16T01:09:06Z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